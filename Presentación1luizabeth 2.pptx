
<file path=[Content_Types].xml><?xml version="1.0" encoding="utf-8"?>
<Types xmlns="http://schemas.openxmlformats.org/package/2006/content-types">
  <Default Extension="jfif" ContentType="image/jpe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734" autoAdjust="0"/>
    <p:restoredTop sz="94660"/>
  </p:normalViewPr>
  <p:slideViewPr>
    <p:cSldViewPr snapToGrid="0" showGuides="1">
      <p:cViewPr varScale="1">
        <p:scale>
          <a:sx n="88" d="100"/>
          <a:sy n="88" d="100"/>
        </p:scale>
        <p:origin x="509" y="62"/>
      </p:cViewPr>
      <p:guideLst>
        <p:guide orient="horz" pos="2160"/>
        <p:guide pos="381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diagrams/_rels/data1.xml.rels><?xml version="1.0" encoding="UTF-8" standalone="yes"?>
<Relationships xmlns="http://schemas.openxmlformats.org/package/2006/relationships"><Relationship Id="rId1" Type="http://schemas.openxmlformats.org/officeDocument/2006/relationships/image" Target="../media/image4.jfif"/></Relationships>
</file>

<file path=ppt/diagrams/_rels/drawing1.xml.rels><?xml version="1.0" encoding="UTF-8" standalone="yes"?>
<Relationships xmlns="http://schemas.openxmlformats.org/package/2006/relationships"><Relationship Id="rId1" Type="http://schemas.openxmlformats.org/officeDocument/2006/relationships/image" Target="../media/image4.jfif"/></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F3C7313-9EED-4D87-AE95-1E5A7F5380D4}" type="doc">
      <dgm:prSet loTypeId="urn:microsoft.com/office/officeart/2008/layout/HexagonCluster" loCatId="picture" qsTypeId="urn:microsoft.com/office/officeart/2005/8/quickstyle/simple1" qsCatId="simple" csTypeId="urn:microsoft.com/office/officeart/2005/8/colors/accent1_2" csCatId="accent1" phldr="1"/>
      <dgm:spPr/>
    </dgm:pt>
    <dgm:pt modelId="{7D5185D7-4EFB-4278-8C6A-E703EA71B4F9}">
      <dgm:prSet phldrT="[Texto]" custT="1"/>
      <dgm:spPr>
        <a:solidFill>
          <a:srgbClr val="002060"/>
        </a:solidFill>
      </dgm:spPr>
      <dgm:t>
        <a:bodyPr/>
        <a:lstStyle/>
        <a:p>
          <a:r>
            <a:rPr lang="es-ES" sz="4400" dirty="0" smtClean="0">
              <a:solidFill>
                <a:schemeClr val="tx1">
                  <a:lumMod val="95000"/>
                  <a:lumOff val="5000"/>
                </a:schemeClr>
              </a:solidFill>
              <a:latin typeface="Bahnschrift SemiBold Condensed" panose="020B0502040204020203" pitchFamily="34" charset="0"/>
            </a:rPr>
            <a:t>electrónica</a:t>
          </a:r>
          <a:endParaRPr lang="es-ES" sz="4400" dirty="0">
            <a:solidFill>
              <a:schemeClr val="tx1">
                <a:lumMod val="95000"/>
                <a:lumOff val="5000"/>
              </a:schemeClr>
            </a:solidFill>
            <a:latin typeface="Bahnschrift SemiBold Condensed" panose="020B0502040204020203" pitchFamily="34" charset="0"/>
          </a:endParaRPr>
        </a:p>
      </dgm:t>
    </dgm:pt>
    <dgm:pt modelId="{927140A6-5B19-4196-B35A-4D61524164AF}" type="parTrans" cxnId="{9C54D6C5-D54C-4101-9469-E982E09C6E3E}">
      <dgm:prSet/>
      <dgm:spPr/>
      <dgm:t>
        <a:bodyPr/>
        <a:lstStyle/>
        <a:p>
          <a:endParaRPr lang="es-ES"/>
        </a:p>
      </dgm:t>
    </dgm:pt>
    <dgm:pt modelId="{D3D70131-72BE-49DC-96B9-EFD2E6C02D82}" type="sibTrans" cxnId="{9C54D6C5-D54C-4101-9469-E982E09C6E3E}">
      <dgm:prSet/>
      <dgm:spPr>
        <a:blipFill>
          <a:blip xmlns:r="http://schemas.openxmlformats.org/officeDocument/2006/relationships" r:embed="rId1">
            <a:extLst>
              <a:ext uri="{28A0092B-C50C-407E-A947-70E740481C1C}">
                <a14:useLocalDpi xmlns:a14="http://schemas.microsoft.com/office/drawing/2010/main" val="0"/>
              </a:ext>
            </a:extLst>
          </a:blip>
          <a:srcRect/>
          <a:stretch>
            <a:fillRect l="-10000" r="-10000"/>
          </a:stretch>
        </a:blipFill>
      </dgm:spPr>
      <dgm:t>
        <a:bodyPr/>
        <a:lstStyle/>
        <a:p>
          <a:endParaRPr lang="es-ES"/>
        </a:p>
      </dgm:t>
    </dgm:pt>
    <dgm:pt modelId="{32FCCC54-CDB4-46EC-A4E3-6DFED2322BBF}" type="pres">
      <dgm:prSet presAssocID="{DF3C7313-9EED-4D87-AE95-1E5A7F5380D4}" presName="Name0" presStyleCnt="0">
        <dgm:presLayoutVars>
          <dgm:chMax val="21"/>
          <dgm:chPref val="21"/>
        </dgm:presLayoutVars>
      </dgm:prSet>
      <dgm:spPr/>
    </dgm:pt>
    <dgm:pt modelId="{167C2940-C2AE-425C-B10A-5EE3B1F1498A}" type="pres">
      <dgm:prSet presAssocID="{7D5185D7-4EFB-4278-8C6A-E703EA71B4F9}" presName="text1" presStyleCnt="0"/>
      <dgm:spPr/>
    </dgm:pt>
    <dgm:pt modelId="{EE4231BC-3649-4E6A-9D3F-F0269F8000AD}" type="pres">
      <dgm:prSet presAssocID="{7D5185D7-4EFB-4278-8C6A-E703EA71B4F9}" presName="textRepeatNode" presStyleLbl="alignNode1" presStyleIdx="0" presStyleCnt="1" custLinFactNeighborX="0" custLinFactNeighborY="-24149">
        <dgm:presLayoutVars>
          <dgm:chMax val="0"/>
          <dgm:chPref val="0"/>
          <dgm:bulletEnabled val="1"/>
        </dgm:presLayoutVars>
      </dgm:prSet>
      <dgm:spPr/>
    </dgm:pt>
    <dgm:pt modelId="{3313259E-40D1-4543-95BF-F19C9A66360A}" type="pres">
      <dgm:prSet presAssocID="{7D5185D7-4EFB-4278-8C6A-E703EA71B4F9}" presName="textaccent1" presStyleCnt="0"/>
      <dgm:spPr/>
    </dgm:pt>
    <dgm:pt modelId="{105352CE-02E5-42DB-ACEE-A70E4F66A07B}" type="pres">
      <dgm:prSet presAssocID="{7D5185D7-4EFB-4278-8C6A-E703EA71B4F9}" presName="accentRepeatNode" presStyleLbl="solidAlignAcc1" presStyleIdx="0" presStyleCnt="2"/>
      <dgm:spPr/>
    </dgm:pt>
    <dgm:pt modelId="{1741A862-0E25-4F06-8260-4E4030DDDF8C}" type="pres">
      <dgm:prSet presAssocID="{D3D70131-72BE-49DC-96B9-EFD2E6C02D82}" presName="image1" presStyleCnt="0"/>
      <dgm:spPr/>
    </dgm:pt>
    <dgm:pt modelId="{60D2C264-9092-45AF-8CAD-2425006D6360}" type="pres">
      <dgm:prSet presAssocID="{D3D70131-72BE-49DC-96B9-EFD2E6C02D82}" presName="imageRepeatNode" presStyleLbl="alignAcc1" presStyleIdx="0" presStyleCnt="1" custLinFactNeighborX="-3576" custLinFactNeighborY="-27686"/>
      <dgm:spPr/>
    </dgm:pt>
    <dgm:pt modelId="{EB35FEA8-3A30-451F-A890-47A297129460}" type="pres">
      <dgm:prSet presAssocID="{D3D70131-72BE-49DC-96B9-EFD2E6C02D82}" presName="imageaccent1" presStyleCnt="0"/>
      <dgm:spPr/>
    </dgm:pt>
    <dgm:pt modelId="{16F65810-FD4B-467C-9DF3-81EA4AD5BB7D}" type="pres">
      <dgm:prSet presAssocID="{D3D70131-72BE-49DC-96B9-EFD2E6C02D82}" presName="accentRepeatNode" presStyleLbl="solidAlignAcc1" presStyleIdx="1" presStyleCnt="2"/>
      <dgm:spPr/>
    </dgm:pt>
  </dgm:ptLst>
  <dgm:cxnLst>
    <dgm:cxn modelId="{FE9F55F5-F2D1-4C76-9EA2-2E2948846996}" type="presOf" srcId="{7D5185D7-4EFB-4278-8C6A-E703EA71B4F9}" destId="{EE4231BC-3649-4E6A-9D3F-F0269F8000AD}" srcOrd="0" destOrd="0" presId="urn:microsoft.com/office/officeart/2008/layout/HexagonCluster"/>
    <dgm:cxn modelId="{770FBE94-A24B-4806-87BE-8186AF6CE715}" type="presOf" srcId="{DF3C7313-9EED-4D87-AE95-1E5A7F5380D4}" destId="{32FCCC54-CDB4-46EC-A4E3-6DFED2322BBF}" srcOrd="0" destOrd="0" presId="urn:microsoft.com/office/officeart/2008/layout/HexagonCluster"/>
    <dgm:cxn modelId="{123D4546-7F16-494F-9B69-70D59B15AF40}" type="presOf" srcId="{D3D70131-72BE-49DC-96B9-EFD2E6C02D82}" destId="{60D2C264-9092-45AF-8CAD-2425006D6360}" srcOrd="0" destOrd="0" presId="urn:microsoft.com/office/officeart/2008/layout/HexagonCluster"/>
    <dgm:cxn modelId="{9C54D6C5-D54C-4101-9469-E982E09C6E3E}" srcId="{DF3C7313-9EED-4D87-AE95-1E5A7F5380D4}" destId="{7D5185D7-4EFB-4278-8C6A-E703EA71B4F9}" srcOrd="0" destOrd="0" parTransId="{927140A6-5B19-4196-B35A-4D61524164AF}" sibTransId="{D3D70131-72BE-49DC-96B9-EFD2E6C02D82}"/>
    <dgm:cxn modelId="{0D90D637-3BD5-45AD-94B3-C0C0F60044B6}" type="presParOf" srcId="{32FCCC54-CDB4-46EC-A4E3-6DFED2322BBF}" destId="{167C2940-C2AE-425C-B10A-5EE3B1F1498A}" srcOrd="0" destOrd="0" presId="urn:microsoft.com/office/officeart/2008/layout/HexagonCluster"/>
    <dgm:cxn modelId="{E0939185-B3D4-41DD-B285-C849C0B971D9}" type="presParOf" srcId="{167C2940-C2AE-425C-B10A-5EE3B1F1498A}" destId="{EE4231BC-3649-4E6A-9D3F-F0269F8000AD}" srcOrd="0" destOrd="0" presId="urn:microsoft.com/office/officeart/2008/layout/HexagonCluster"/>
    <dgm:cxn modelId="{B2D727BD-B6AF-4C5C-A106-68AAEFB7AC49}" type="presParOf" srcId="{32FCCC54-CDB4-46EC-A4E3-6DFED2322BBF}" destId="{3313259E-40D1-4543-95BF-F19C9A66360A}" srcOrd="1" destOrd="0" presId="urn:microsoft.com/office/officeart/2008/layout/HexagonCluster"/>
    <dgm:cxn modelId="{03AA7A1F-5EE1-4758-B814-BA7A1B8158F3}" type="presParOf" srcId="{3313259E-40D1-4543-95BF-F19C9A66360A}" destId="{105352CE-02E5-42DB-ACEE-A70E4F66A07B}" srcOrd="0" destOrd="0" presId="urn:microsoft.com/office/officeart/2008/layout/HexagonCluster"/>
    <dgm:cxn modelId="{27B0421F-8D3F-4C41-905B-7540C3345806}" type="presParOf" srcId="{32FCCC54-CDB4-46EC-A4E3-6DFED2322BBF}" destId="{1741A862-0E25-4F06-8260-4E4030DDDF8C}" srcOrd="2" destOrd="0" presId="urn:microsoft.com/office/officeart/2008/layout/HexagonCluster"/>
    <dgm:cxn modelId="{E74B48E6-A711-4CEF-9DAB-B056CB76F7F3}" type="presParOf" srcId="{1741A862-0E25-4F06-8260-4E4030DDDF8C}" destId="{60D2C264-9092-45AF-8CAD-2425006D6360}" srcOrd="0" destOrd="0" presId="urn:microsoft.com/office/officeart/2008/layout/HexagonCluster"/>
    <dgm:cxn modelId="{06FF9F60-E69D-4484-955C-E0CDFA5BDF8A}" type="presParOf" srcId="{32FCCC54-CDB4-46EC-A4E3-6DFED2322BBF}" destId="{EB35FEA8-3A30-451F-A890-47A297129460}" srcOrd="3" destOrd="0" presId="urn:microsoft.com/office/officeart/2008/layout/HexagonCluster"/>
    <dgm:cxn modelId="{F6843E66-785D-45DC-AD9D-244ECF2AE153}" type="presParOf" srcId="{EB35FEA8-3A30-451F-A890-47A297129460}" destId="{16F65810-FD4B-467C-9DF3-81EA4AD5BB7D}" srcOrd="0" destOrd="0" presId="urn:microsoft.com/office/officeart/2008/layout/HexagonCluster"/>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4231BC-3649-4E6A-9D3F-F0269F8000AD}">
      <dsp:nvSpPr>
        <dsp:cNvPr id="0" name=""/>
        <dsp:cNvSpPr/>
      </dsp:nvSpPr>
      <dsp:spPr>
        <a:xfrm>
          <a:off x="3023630" y="2052142"/>
          <a:ext cx="3658425" cy="3150504"/>
        </a:xfrm>
        <a:prstGeom prst="hexagon">
          <a:avLst>
            <a:gd name="adj" fmla="val 25000"/>
            <a:gd name="vf" fmla="val 115470"/>
          </a:avLst>
        </a:prstGeom>
        <a:solidFill>
          <a:srgbClr val="002060"/>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55880" rIns="0" bIns="55880" numCol="1" spcCol="1270" anchor="ctr" anchorCtr="0">
          <a:noAutofit/>
        </a:bodyPr>
        <a:lstStyle/>
        <a:p>
          <a:pPr lvl="0" algn="ctr" defTabSz="1955800">
            <a:lnSpc>
              <a:spcPct val="90000"/>
            </a:lnSpc>
            <a:spcBef>
              <a:spcPct val="0"/>
            </a:spcBef>
            <a:spcAft>
              <a:spcPct val="35000"/>
            </a:spcAft>
          </a:pPr>
          <a:r>
            <a:rPr lang="es-ES" sz="4400" kern="1200" dirty="0" smtClean="0">
              <a:solidFill>
                <a:schemeClr val="tx1">
                  <a:lumMod val="95000"/>
                  <a:lumOff val="5000"/>
                </a:schemeClr>
              </a:solidFill>
              <a:latin typeface="Bahnschrift SemiBold Condensed" panose="020B0502040204020203" pitchFamily="34" charset="0"/>
            </a:rPr>
            <a:t>electrónica</a:t>
          </a:r>
          <a:endParaRPr lang="es-ES" sz="4400" kern="1200" dirty="0">
            <a:solidFill>
              <a:schemeClr val="tx1">
                <a:lumMod val="95000"/>
                <a:lumOff val="5000"/>
              </a:schemeClr>
            </a:solidFill>
            <a:latin typeface="Bahnschrift SemiBold Condensed" panose="020B0502040204020203" pitchFamily="34" charset="0"/>
          </a:endParaRPr>
        </a:p>
      </dsp:txBody>
      <dsp:txXfrm>
        <a:off x="3591041" y="2540776"/>
        <a:ext cx="2523603" cy="2173236"/>
      </dsp:txXfrm>
    </dsp:sp>
    <dsp:sp modelId="{105352CE-02E5-42DB-ACEE-A70E4F66A07B}">
      <dsp:nvSpPr>
        <dsp:cNvPr id="0" name=""/>
        <dsp:cNvSpPr/>
      </dsp:nvSpPr>
      <dsp:spPr>
        <a:xfrm>
          <a:off x="3108492" y="4204190"/>
          <a:ext cx="426983" cy="368522"/>
        </a:xfrm>
        <a:prstGeom prst="hexagon">
          <a:avLst>
            <a:gd name="adj" fmla="val 25000"/>
            <a:gd name="vf" fmla="val 115470"/>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0D2C264-9092-45AF-8CAD-2425006D6360}">
      <dsp:nvSpPr>
        <dsp:cNvPr id="0" name=""/>
        <dsp:cNvSpPr/>
      </dsp:nvSpPr>
      <dsp:spPr>
        <a:xfrm>
          <a:off x="0" y="274195"/>
          <a:ext cx="3653748" cy="3149540"/>
        </a:xfrm>
        <a:prstGeom prst="hexagon">
          <a:avLst>
            <a:gd name="adj" fmla="val 25000"/>
            <a:gd name="vf" fmla="val 115470"/>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10000" r="-10000"/>
          </a:stretch>
        </a:blip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6F65810-FD4B-467C-9DF3-81EA4AD5BB7D}">
      <dsp:nvSpPr>
        <dsp:cNvPr id="0" name=""/>
        <dsp:cNvSpPr/>
      </dsp:nvSpPr>
      <dsp:spPr>
        <a:xfrm>
          <a:off x="2473697" y="3859754"/>
          <a:ext cx="426983" cy="368522"/>
        </a:xfrm>
        <a:prstGeom prst="hexagon">
          <a:avLst>
            <a:gd name="adj" fmla="val 25000"/>
            <a:gd name="vf" fmla="val 115470"/>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HexagonCluster">
  <dgm:title val=""/>
  <dgm:desc val=""/>
  <dgm:catLst>
    <dgm:cat type="picture" pri="21000"/>
    <dgm:cat type="relationship" pri="3200"/>
    <dgm:cat type="pictureconvert" pri="21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tyleData>
  <dgm:clr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clrData>
  <dgm:layoutNode name="Name0">
    <dgm:varLst>
      <dgm:chMax val="21"/>
      <dgm:chPref val="21"/>
    </dgm:varLst>
    <dgm:shape xmlns:r="http://schemas.openxmlformats.org/officeDocument/2006/relationships" r:blip="">
      <dgm:adjLst/>
    </dgm:shape>
    <dgm:choose name="Name1">
      <dgm:if name="Name2" axis="ch" ptType="node" func="cnt" op="equ" val="1">
        <dgm:alg type="composite">
          <dgm:param type="ar" val="1.3871"/>
        </dgm:alg>
        <dgm:constrLst>
          <dgm:constr type="primFontSz" for="des" ptType="node" op="equ" val="65"/>
          <dgm:constr type="l" for="ch" forName="text1" refType="w" fact="0.4525"/>
          <dgm:constr type="t" for="ch" forName="text1" refType="h" fact="0.346"/>
          <dgm:constr type="w" for="ch" forName="text1" refType="w" fact="0.5475"/>
          <dgm:constr type="h" for="ch" forName="text1" refType="h" fact="0.654"/>
          <dgm:constr type="l" for="ch" forName="textaccent1" refType="w" fact="0.4652"/>
          <dgm:constr type="t" for="ch" forName="textaccent1" refType="h" fact="0.6348"/>
          <dgm:constr type="w" for="ch" forName="textaccent1" refType="w" fact="0.0639"/>
          <dgm:constr type="h" for="ch" forName="textaccent1" refType="h" fact="0.0765"/>
          <dgm:constr type="l" for="ch" forName="image1" refType="w" fact="0"/>
          <dgm:constr type="t" for="ch" forName="image1" refType="h" fact="0"/>
          <dgm:constr type="w" for="ch" forName="image1" refType="w" fact="0.5468"/>
          <dgm:constr type="h" for="ch" forName="image1" refType="h" fact="0.6538"/>
          <dgm:constr type="l" for="ch" forName="imageaccent1" refType="w" fact="0.3702"/>
          <dgm:constr type="t" for="ch" forName="imageaccent1" refType="h" fact="0.5633"/>
          <dgm:constr type="w" for="ch" forName="imageaccent1" refType="w" fact="0.0639"/>
          <dgm:constr type="h" for="ch" forName="imageaccent1" refType="h" fact="0.0765"/>
        </dgm:constrLst>
      </dgm:if>
      <dgm:if name="Name3" axis="ch" ptType="node" func="cnt" op="equ" val="2">
        <dgm:alg type="composite">
          <dgm:param type="ar" val="2.6443"/>
        </dgm:alg>
        <dgm:constrLst>
          <dgm:constr type="primFontSz" for="des" ptType="node" op="equ" val="65"/>
          <dgm:constr type="l" for="ch" forName="text1" refType="w" fact="0.2383"/>
          <dgm:constr type="t" for="ch" forName="text1" refType="h" fact="0.3501"/>
          <dgm:constr type="w" for="ch" forName="text1" refType="w" fact="0.285"/>
          <dgm:constr type="h" for="ch" forName="text1" refType="h" fact="0.6499"/>
          <dgm:constr type="l" for="ch" forName="textaccent1" refType="w" fact="0.2472"/>
          <dgm:constr type="t" for="ch" forName="textaccent1" refType="h" fact="0.6371"/>
          <dgm:constr type="w" for="ch" forName="textaccent1" refType="w" fact="0.0333"/>
          <dgm:constr type="h" for="ch" forName="textaccent1" refType="h" fact="0.076"/>
          <dgm:constr type="l" for="ch" forName="image1" refType="w" fact="0"/>
          <dgm:constr type="t" for="ch" forName="image1" refType="h" fact="0"/>
          <dgm:constr type="w" for="ch" forName="image1" refType="w" fact="0.285"/>
          <dgm:constr type="h" for="ch" forName="image1" refType="h" fact="0.6499"/>
          <dgm:constr type="l" for="ch" forName="imageaccent1" refType="w" fact="0.1942"/>
          <dgm:constr type="t" for="ch" forName="imageaccent1" refType="h" fact="0.5602"/>
          <dgm:constr type="w" for="ch" forName="imageaccent1" refType="w" fact="0.0333"/>
          <dgm:constr type="h" for="ch" forName="imageaccent1" refType="h" fact="0.076"/>
          <dgm:constr type="l" for="ch" forName="text2" refType="w" fact="0.4767"/>
          <dgm:constr type="t" for="ch" forName="text2" refType="h" fact="0"/>
          <dgm:constr type="w" for="ch" forName="text2" refType="w" fact="0.285"/>
          <dgm:constr type="h" for="ch" forName="text2" refType="h" fact="0.6499"/>
          <dgm:constr type="l" for="ch" forName="textaccent2" refType="w" fact="0.6709"/>
          <dgm:constr type="t" for="ch" forName="textaccent2" refType="h" fact="0.5602"/>
          <dgm:constr type="w" for="ch" forName="textaccent2" refType="w" fact="0.0333"/>
          <dgm:constr type="h" for="ch" forName="textaccent2" refType="h" fact="0.076"/>
          <dgm:constr type="l" for="ch" forName="image2" refType="w" fact="0.715"/>
          <dgm:constr type="t" for="ch" forName="image2" refType="h" fact="0.3501"/>
          <dgm:constr type="w" for="ch" forName="image2" refType="w" fact="0.285"/>
          <dgm:constr type="h" for="ch" forName="image2" refType="h" fact="0.6499"/>
          <dgm:constr type="l" for="ch" forName="imageaccent2" refType="w" fact="0.7239"/>
          <dgm:constr type="t" for="ch" forName="imageaccent2" refType="h" fact="0.6371"/>
          <dgm:constr type="w" for="ch" forName="imageaccent2" refType="w" fact="0.0333"/>
          <dgm:constr type="h" for="ch" forName="imageaccent2" refType="h" fact="0.076"/>
        </dgm:constrLst>
      </dgm:if>
      <dgm:if name="Name4" axis="ch" ptType="node" func="cnt" op="equ" val="3">
        <dgm:alg type="composite">
          <dgm:param type="ar" val="1.5623"/>
        </dgm:alg>
        <dgm:constrLst>
          <dgm:constr type="primFontSz" for="des" ptType="node" op="equ" val="65"/>
          <dgm:constr type="l" for="ch" forName="text1" refType="w" fact="0.2402"/>
          <dgm:constr type="t" for="ch" forName="text1" refType="h" fact="0.6215"/>
          <dgm:constr type="w" for="ch" forName="text1" refType="w" fact="0.281"/>
          <dgm:constr type="h" for="ch" forName="text1" refType="h" fact="0.3785"/>
          <dgm:constr type="l" for="ch" forName="textaccent1" refType="w" fact="0.2475"/>
          <dgm:constr type="t" for="ch" forName="textaccent1" refType="h" fact="0.7886"/>
          <dgm:constr type="w" for="ch" forName="textaccent1" refType="w" fact="0.0329"/>
          <dgm:constr type="h" for="ch" forName="textaccent1" refType="h" fact="0.0443"/>
          <dgm:constr type="l" for="ch" forName="image1" refType="w" fact="0"/>
          <dgm:constr type="t" for="ch" forName="image1" refType="h" fact="0.4182"/>
          <dgm:constr type="w" for="ch" forName="image1" refType="w" fact="0.281"/>
          <dgm:constr type="h" for="ch" forName="image1" refType="h" fact="0.3785"/>
          <dgm:constr type="l" for="ch" forName="imageaccent1" refType="w" fact="0.1913"/>
          <dgm:constr type="t" for="ch" forName="imageaccent1" refType="h" fact="0.7467"/>
          <dgm:constr type="w" for="ch" forName="imageaccent1" refType="w" fact="0.0329"/>
          <dgm:constr type="h" for="ch" forName="imageaccent1" refType="h" fact="0.0443"/>
          <dgm:constr type="l" for="ch" forName="text2" refType="w" fact="0.4796"/>
          <dgm:constr type="t" for="ch" forName="text2" refType="h" fact="0.4137"/>
          <dgm:constr type="w" for="ch" forName="text2" refType="w" fact="0.281"/>
          <dgm:constr type="h" for="ch" forName="text2" refType="h" fact="0.3785"/>
          <dgm:constr type="l" for="ch" forName="textaccent2" refType="w" fact="0.6717"/>
          <dgm:constr type="t" for="ch" forName="textaccent2" refType="h" fact="0.7418"/>
          <dgm:constr type="w" for="ch" forName="textaccent2" refType="w" fact="0.0329"/>
          <dgm:constr type="h" for="ch" forName="textaccent2" refType="h" fact="0.0443"/>
          <dgm:constr type="l" for="ch" forName="image2" refType="w" fact="0.719"/>
          <dgm:constr type="t" for="ch" forName="image2" refType="h" fact="0.6215"/>
          <dgm:constr type="w" for="ch" forName="image2" refType="w" fact="0.281"/>
          <dgm:constr type="h" for="ch" forName="image2" refType="h" fact="0.3785"/>
          <dgm:constr type="l" for="ch" forName="imageaccent2" refType="w" fact="0.7263"/>
          <dgm:constr type="t" for="ch" forName="imageaccent2" refType="h" fact="0.7886"/>
          <dgm:constr type="w" for="ch" forName="imageaccent2" refType="w" fact="0.0329"/>
          <dgm:constr type="h" for="ch" forName="imageaccent2" refType="h" fact="0.0443"/>
          <dgm:constr type="l" for="ch" forName="text3" refType="w" fact="0.2402"/>
          <dgm:constr type="t" for="ch" forName="text3" refType="h" fact="0.2068"/>
          <dgm:constr type="w" for="ch" forName="text3" refType="w" fact="0.281"/>
          <dgm:constr type="h" for="ch" forName="text3" refType="h" fact="0.3785"/>
          <dgm:constr type="l" for="ch" forName="textaccent3" refType="w" fact="0.4307"/>
          <dgm:constr type="t" for="ch" forName="textaccent3" refType="h" fact="0.215"/>
          <dgm:constr type="w" for="ch" forName="textaccent3" refType="w" fact="0.0329"/>
          <dgm:constr type="h" for="ch" forName="textaccent3" refType="h" fact="0.0443"/>
          <dgm:constr type="l" for="ch" forName="image3" refType="w" fact="0.4796"/>
          <dgm:constr type="t" for="ch" forName="image3" refType="h" fact="0"/>
          <dgm:constr type="w" for="ch" forName="image3" refType="w" fact="0.281"/>
          <dgm:constr type="h" for="ch" forName="image3" refType="h" fact="0.3785"/>
          <dgm:constr type="l" for="ch" forName="imageaccent3" refType="w" fact="0.4879"/>
          <dgm:constr type="t" for="ch" forName="imageaccent3" refType="h" fact="0.1662"/>
          <dgm:constr type="w" for="ch" forName="imageaccent3" refType="w" fact="0.0329"/>
          <dgm:constr type="h" for="ch" forName="imageaccent3" refType="h" fact="0.0443"/>
        </dgm:constrLst>
      </dgm:if>
      <dgm:if name="Name5" axis="ch" ptType="node" func="cnt" op="equ" val="4">
        <dgm:alg type="composite">
          <dgm:param type="ar" val="1.943"/>
        </dgm:alg>
        <dgm:constrLst>
          <dgm:constr type="primFontSz" for="des" ptType="node" op="equ" val="65"/>
          <dgm:constr type="l" for="ch" forName="image2" refType="w" fact="0.5787"/>
          <dgm:constr type="t" for="ch" forName="image2" refType="h" fact="0.6208"/>
          <dgm:constr type="w" for="ch" forName="image2" refType="w" fact="0.227"/>
          <dgm:constr type="h" for="ch" forName="image2" refType="h" fact="0.3786"/>
          <dgm:constr type="l" for="ch" forName="text4" refType="w" fact="0.5787"/>
          <dgm:constr type="t" for="ch" forName="text4" refType="h" fact="0.2081"/>
          <dgm:constr type="w" for="ch" forName="text4" refType="w" fact="0.227"/>
          <dgm:constr type="h" for="ch" forName="text4" refType="h" fact="0.3786"/>
          <dgm:constr type="l" for="ch" forName="text2" refType="w" fact="0.3852"/>
          <dgm:constr type="t" for="ch" forName="text2" refType="h" fact="0.4127"/>
          <dgm:constr type="w" for="ch" forName="text2" refType="w" fact="0.227"/>
          <dgm:constr type="h" for="ch" forName="text2" refType="h" fact="0.3786"/>
          <dgm:constr type="l" for="ch" forName="image3" refType="w" fact="0.3852"/>
          <dgm:constr type="t" for="ch" forName="image3" refType="h" fact="0"/>
          <dgm:constr type="w" for="ch" forName="image3" refType="w" fact="0.227"/>
          <dgm:constr type="h" for="ch" forName="image3" refType="h" fact="0.3786"/>
          <dgm:constr type="l" for="ch" forName="text1" refType="w" fact="0.1927"/>
          <dgm:constr type="t" for="ch" forName="text1" refType="h" fact="0.6214"/>
          <dgm:constr type="w" for="ch" forName="text1" refType="w" fact="0.227"/>
          <dgm:constr type="h" for="ch" forName="text1" refType="h" fact="0.3786"/>
          <dgm:constr type="l" for="ch" forName="textaccent1" refType="w" fact="0.1998"/>
          <dgm:constr type="t" for="ch" forName="textaccent1" refType="h" fact="0.7887"/>
          <dgm:constr type="w" for="ch" forName="textaccent1" refType="w" fact="0.0265"/>
          <dgm:constr type="h" for="ch" forName="textaccent1" refType="h" fact="0.0444"/>
          <dgm:constr type="l" for="ch" forName="image1" refType="w" fact="0"/>
          <dgm:constr type="t" for="ch" forName="image1" refType="h" fact="0.4156"/>
          <dgm:constr type="w" for="ch" forName="image1" refType="w" fact="0.227"/>
          <dgm:constr type="h" for="ch" forName="image1" refType="h" fact="0.3786"/>
          <dgm:constr type="l" for="ch" forName="imageaccent1" refType="w" fact="0.1537"/>
          <dgm:constr type="t" for="ch" forName="imageaccent1" refType="h" fact="0.7417"/>
          <dgm:constr type="w" for="ch" forName="imageaccent1" refType="w" fact="0.0265"/>
          <dgm:constr type="h" for="ch" forName="imageaccent1" refType="h" fact="0.0444"/>
          <dgm:constr type="l" for="ch" forName="textaccent2" refType="w" fact="0.5407"/>
          <dgm:constr type="t" for="ch" forName="textaccent2" refType="h" fact="0.7384"/>
          <dgm:constr type="w" for="ch" forName="textaccent2" refType="w" fact="0.0265"/>
          <dgm:constr type="h" for="ch" forName="textaccent2" refType="h" fact="0.0444"/>
          <dgm:constr type="l" for="ch" forName="imageaccent2" refType="w" fact="0.5839"/>
          <dgm:constr type="t" for="ch" forName="imageaccent2" refType="h" fact="0.7904"/>
          <dgm:constr type="w" for="ch" forName="imageaccent2" refType="w" fact="0.0265"/>
          <dgm:constr type="h" for="ch" forName="imageaccent2" refType="h" fact="0.0444"/>
          <dgm:constr type="l" for="ch" forName="text3" refType="w" fact="0.1927"/>
          <dgm:constr type="t" for="ch" forName="text3" refType="h" fact="0.2087"/>
          <dgm:constr type="w" for="ch" forName="text3" refType="w" fact="0.227"/>
          <dgm:constr type="h" for="ch" forName="text3" refType="h" fact="0.3786"/>
          <dgm:constr type="l" for="ch" forName="textaccent3" refType="w" fact="0.3472"/>
          <dgm:constr type="t" for="ch" forName="textaccent3" refType="h" fact="0.2165"/>
          <dgm:constr type="w" for="ch" forName="textaccent3" refType="w" fact="0.0265"/>
          <dgm:constr type="h" for="ch" forName="textaccent3" refType="h" fact="0.0444"/>
          <dgm:constr type="l" for="ch" forName="imageaccent3" refType="w" fact="0.3904"/>
          <dgm:constr type="t" for="ch" forName="imageaccent3" refType="h" fact="0.1678"/>
          <dgm:constr type="w" for="ch" forName="imageaccent3" refType="w" fact="0.0265"/>
          <dgm:constr type="h" for="ch" forName="imageaccent3" refType="h" fact="0.0444"/>
          <dgm:constr type="l" for="ch" forName="textaccent4" refType="w" fact="0.7739"/>
          <dgm:constr type="t" for="ch" forName="textaccent4" refType="h" fact="0.3752"/>
          <dgm:constr type="w" for="ch" forName="textaccent4" refType="w" fact="0.0265"/>
          <dgm:constr type="h" for="ch" forName="textaccent4" refType="h" fact="0.0444"/>
          <dgm:constr type="l" for="ch" forName="image4" refType="w" fact="0.773"/>
          <dgm:constr type="t" for="ch" forName="image4" refType="h" fact="0.4162"/>
          <dgm:constr type="w" for="ch" forName="image4" refType="w" fact="0.227"/>
          <dgm:constr type="h" for="ch" forName="image4" refType="h" fact="0.3786"/>
          <dgm:constr type="l" for="ch" forName="imageaccent4" refType="w" fact="0.8188"/>
          <dgm:constr type="t" for="ch" forName="imageaccent4" refType="h" fact="0.4229"/>
          <dgm:constr type="w" for="ch" forName="imageaccent4" refType="w" fact="0.0265"/>
          <dgm:constr type="h" for="ch" forName="imageaccent4" refType="h" fact="0.0444"/>
        </dgm:constrLst>
      </dgm:if>
      <dgm:if name="Name6" axis="ch" ptType="node" func="cnt" op="equ" val="5">
        <dgm:alg type="composite">
          <dgm:param type="ar" val="2.3203"/>
        </dgm:alg>
        <dgm:constrLst>
          <dgm:constr type="primFontSz" for="des" ptType="node" op="equ" val="65"/>
          <dgm:constr type="l" for="ch" forName="image4" refType="w" fact="0.6491"/>
          <dgm:constr type="t" for="ch" forName="image4" refType="h" fact="0.4193"/>
          <dgm:constr type="w" for="ch" forName="image4" refType="w" fact="0.1886"/>
          <dgm:constr type="h" for="ch" forName="image4" refType="h" fact="0.3757"/>
          <dgm:constr type="l" for="ch" forName="text5" refType="w" fact="0.6491"/>
          <dgm:constr type="t" for="ch" forName="text5" refType="h" fact="0.004"/>
          <dgm:constr type="w" for="ch" forName="text5" refType="w" fact="0.1886"/>
          <dgm:constr type="h" for="ch" forName="text5" refType="h" fact="0.3757"/>
          <dgm:constr type="l" for="ch" forName="image5" refType="w" fact="0.8114"/>
          <dgm:constr type="t" for="ch" forName="image5" refType="h" fact="0.2136"/>
          <dgm:constr type="w" for="ch" forName="image5" refType="w" fact="0.1886"/>
          <dgm:constr type="h" for="ch" forName="image5" refType="h" fact="0.3757"/>
          <dgm:constr type="l" for="ch" forName="image2" refType="w" fact="0.4868"/>
          <dgm:constr type="t" for="ch" forName="image2" refType="h" fact="0.6235"/>
          <dgm:constr type="w" for="ch" forName="image2" refType="w" fact="0.1886"/>
          <dgm:constr type="h" for="ch" forName="image2" refType="h" fact="0.3757"/>
          <dgm:constr type="l" for="ch" forName="text4" refType="w" fact="0.4868"/>
          <dgm:constr type="t" for="ch" forName="text4" refType="h" fact="0.2081"/>
          <dgm:constr type="w" for="ch" forName="text4" refType="w" fact="0.1886"/>
          <dgm:constr type="h" for="ch" forName="text4" refType="h" fact="0.3757"/>
          <dgm:constr type="l" for="ch" forName="text2" refType="w" fact="0.3246"/>
          <dgm:constr type="t" for="ch" forName="text2" refType="h" fact="0.4154"/>
          <dgm:constr type="w" for="ch" forName="text2" refType="w" fact="0.1886"/>
          <dgm:constr type="h" for="ch" forName="text2" refType="h" fact="0.3757"/>
          <dgm:constr type="l" for="ch" forName="image3" refType="w" fact="0.3246"/>
          <dgm:constr type="t" for="ch" forName="image3" refType="h" fact="0"/>
          <dgm:constr type="w" for="ch" forName="image3" refType="w" fact="0.1886"/>
          <dgm:constr type="h" for="ch" forName="image3" refType="h" fact="0.3757"/>
          <dgm:constr type="l" for="ch" forName="text1" refType="w" fact="0.1623"/>
          <dgm:constr type="t" for="ch" forName="text1" refType="h" fact="0.6243"/>
          <dgm:constr type="w" for="ch" forName="text1" refType="w" fact="0.1886"/>
          <dgm:constr type="h" for="ch" forName="text1" refType="h" fact="0.3757"/>
          <dgm:constr type="l" for="ch" forName="text3" refType="w" fact="0.1623"/>
          <dgm:constr type="t" for="ch" forName="text3" refType="h" fact="0.2089"/>
          <dgm:constr type="w" for="ch" forName="text3" refType="w" fact="0.1886"/>
          <dgm:constr type="h" for="ch" forName="text3" refType="h" fact="0.3757"/>
          <dgm:constr type="l" for="ch" forName="textaccent1" refType="w" fact="0.1668"/>
          <dgm:constr type="t" for="ch" forName="textaccent1" refType="h" fact="0.7923"/>
          <dgm:constr type="w" for="ch" forName="textaccent1" refType="w" fact="0.022"/>
          <dgm:constr type="h" for="ch" forName="textaccent1" refType="h" fact="0.044"/>
          <dgm:constr type="l" for="ch" forName="image1" refType="w" fact="0"/>
          <dgm:constr type="t" for="ch" forName="image1" refType="h" fact="0.4166"/>
          <dgm:constr type="w" for="ch" forName="image1" refType="w" fact="0.1886"/>
          <dgm:constr type="h" for="ch" forName="image1" refType="h" fact="0.3757"/>
          <dgm:constr type="l" for="ch" forName="imageaccent1" refType="w" fact="0.1292"/>
          <dgm:constr type="t" for="ch" forName="imageaccent1" refType="h" fact="0.7424"/>
          <dgm:constr type="w" for="ch" forName="imageaccent1" refType="w" fact="0.022"/>
          <dgm:constr type="h" for="ch" forName="imageaccent1" refType="h" fact="0.044"/>
          <dgm:constr type="l" for="ch" forName="textaccent2" refType="w" fact="0.4544"/>
          <dgm:constr type="t" for="ch" forName="textaccent2" refType="h" fact="0.7404"/>
          <dgm:constr type="w" for="ch" forName="textaccent2" refType="w" fact="0.022"/>
          <dgm:constr type="h" for="ch" forName="textaccent2" refType="h" fact="0.044"/>
          <dgm:constr type="l" for="ch" forName="imageaccent2" refType="w" fact="0.4914"/>
          <dgm:constr type="t" for="ch" forName="imageaccent2" refType="h" fact="0.7907"/>
          <dgm:constr type="w" for="ch" forName="imageaccent2" refType="w" fact="0.022"/>
          <dgm:constr type="h" for="ch" forName="imageaccent2" refType="h" fact="0.044"/>
          <dgm:constr type="l" for="ch" forName="textaccent3" refType="w" fact="0.2915"/>
          <dgm:constr type="t" for="ch" forName="textaccent3" refType="h" fact="0.216"/>
          <dgm:constr type="w" for="ch" forName="textaccent3" refType="w" fact="0.022"/>
          <dgm:constr type="h" for="ch" forName="textaccent3" refType="h" fact="0.044"/>
          <dgm:constr type="l" for="ch" forName="imageaccent3" refType="w" fact="0.3299"/>
          <dgm:constr type="t" for="ch" forName="imageaccent3" refType="h" fact="0.1665"/>
          <dgm:constr type="w" for="ch" forName="imageaccent3" refType="w" fact="0.022"/>
          <dgm:constr type="h" for="ch" forName="imageaccent3" refType="h" fact="0.044"/>
          <dgm:constr type="l" for="ch" forName="textaccent4" refType="w" fact="0.65"/>
          <dgm:constr type="t" for="ch" forName="textaccent4" refType="h" fact="0.3746"/>
          <dgm:constr type="w" for="ch" forName="textaccent4" refType="w" fact="0.022"/>
          <dgm:constr type="h" for="ch" forName="textaccent4" refType="h" fact="0.044"/>
          <dgm:constr type="l" for="ch" forName="imageaccent4" refType="w" fact="0.6859"/>
          <dgm:constr type="t" for="ch" forName="imageaccent4" refType="h" fact="0.4261"/>
          <dgm:constr type="w" for="ch" forName="imageaccent4" refType="w" fact="0.022"/>
          <dgm:constr type="h" for="ch" forName="imageaccent4" refType="h" fact="0.044"/>
          <dgm:constr type="l" for="ch" forName="textaccent5" refType="w" fact="0.8123"/>
          <dgm:constr type="t" for="ch" forName="textaccent5" refType="h" fact="0.1724"/>
          <dgm:constr type="w" for="ch" forName="textaccent5" refType="w" fact="0.022"/>
          <dgm:constr type="h" for="ch" forName="textaccent5" refType="h" fact="0.044"/>
          <dgm:constr type="l" for="ch" forName="imageaccent5" refType="w" fact="0.849"/>
          <dgm:constr type="t" for="ch" forName="imageaccent5" refType="h" fact="0.222"/>
          <dgm:constr type="w" for="ch" forName="imageaccent5" refType="w" fact="0.022"/>
          <dgm:constr type="h" for="ch" forName="imageaccent5" refType="h" fact="0.044"/>
        </dgm:constrLst>
      </dgm:if>
      <dgm:if name="Name7" axis="ch" ptType="node" func="cnt" op="equ" val="6">
        <dgm:alg type="composite">
          <dgm:param type="ar" val="1.9179"/>
        </dgm:alg>
        <dgm:constrLst>
          <dgm:constr type="primFontSz" for="des" ptType="node" op="equ" val="65"/>
          <dgm:constr type="l" for="ch" forName="image4" refType="w" fact="0.6491"/>
          <dgm:constr type="t" for="ch" forName="image4" refType="h" fact="0.3466"/>
          <dgm:constr type="w" for="ch" forName="image4" refType="w" fact="0.1886"/>
          <dgm:constr type="h" for="ch" forName="image4" refType="h" fact="0.3106"/>
          <dgm:constr type="l" for="ch" forName="text5" refType="w" fact="0.6491"/>
          <dgm:constr type="t" for="ch" forName="text5" refType="h" fact="0.0033"/>
          <dgm:constr type="w" for="ch" forName="text5" refType="w" fact="0.1886"/>
          <dgm:constr type="h" for="ch" forName="text5" refType="h" fact="0.3106"/>
          <dgm:constr type="l" for="ch" forName="image5" refType="w" fact="0.8114"/>
          <dgm:constr type="t" for="ch" forName="image5" refType="h" fact="0.1766"/>
          <dgm:constr type="w" for="ch" forName="image5" refType="w" fact="0.1886"/>
          <dgm:constr type="h" for="ch" forName="image5" refType="h" fact="0.3106"/>
          <dgm:constr type="l" for="ch" forName="image2" refType="w" fact="0.4868"/>
          <dgm:constr type="t" for="ch" forName="image2" refType="h" fact="0.5154"/>
          <dgm:constr type="w" for="ch" forName="image2" refType="w" fact="0.1886"/>
          <dgm:constr type="h" for="ch" forName="image2" refType="h" fact="0.3106"/>
          <dgm:constr type="l" for="ch" forName="text4" refType="w" fact="0.4868"/>
          <dgm:constr type="t" for="ch" forName="text4" refType="h" fact="0.172"/>
          <dgm:constr type="w" for="ch" forName="text4" refType="w" fact="0.1886"/>
          <dgm:constr type="h" for="ch" forName="text4" refType="h" fact="0.3106"/>
          <dgm:constr type="l" for="ch" forName="text2" refType="w" fact="0.3246"/>
          <dgm:constr type="t" for="ch" forName="text2" refType="h" fact="0.3434"/>
          <dgm:constr type="w" for="ch" forName="text2" refType="w" fact="0.1886"/>
          <dgm:constr type="h" for="ch" forName="text2" refType="h" fact="0.3106"/>
          <dgm:constr type="l" for="ch" forName="image3" refType="w" fact="0.3246"/>
          <dgm:constr type="t" for="ch" forName="image3" refType="h" fact="0"/>
          <dgm:constr type="w" for="ch" forName="image3" refType="w" fact="0.1886"/>
          <dgm:constr type="h" for="ch" forName="image3" refType="h" fact="0.3106"/>
          <dgm:constr type="l" for="ch" forName="text1" refType="w" fact="0.1623"/>
          <dgm:constr type="t" for="ch" forName="text1" refType="h" fact="0.516"/>
          <dgm:constr type="w" for="ch" forName="text1" refType="w" fact="0.1886"/>
          <dgm:constr type="h" for="ch" forName="text1" refType="h" fact="0.3106"/>
          <dgm:constr type="l" for="ch" forName="text3" refType="w" fact="0.1623"/>
          <dgm:constr type="t" for="ch" forName="text3" refType="h" fact="0.1727"/>
          <dgm:constr type="w" for="ch" forName="text3" refType="w" fact="0.1886"/>
          <dgm:constr type="h" for="ch" forName="text3" refType="h" fact="0.3106"/>
          <dgm:constr type="l" for="ch" forName="textaccent1" refType="w" fact="0.1668"/>
          <dgm:constr type="t" for="ch" forName="textaccent1" refType="h" fact="0.6549"/>
          <dgm:constr type="w" for="ch" forName="textaccent1" refType="w" fact="0.022"/>
          <dgm:constr type="h" for="ch" forName="textaccent1" refType="h" fact="0.0364"/>
          <dgm:constr type="l" for="ch" forName="image1" refType="w" fact="0"/>
          <dgm:constr type="t" for="ch" forName="image1" refType="h" fact="0.3443"/>
          <dgm:constr type="w" for="ch" forName="image1" refType="w" fact="0.1886"/>
          <dgm:constr type="h" for="ch" forName="image1" refType="h" fact="0.3106"/>
          <dgm:constr type="l" for="ch" forName="imageaccent1" refType="w" fact="0.1292"/>
          <dgm:constr type="t" for="ch" forName="imageaccent1" refType="h" fact="0.6137"/>
          <dgm:constr type="w" for="ch" forName="imageaccent1" refType="w" fact="0.022"/>
          <dgm:constr type="h" for="ch" forName="imageaccent1" refType="h" fact="0.0364"/>
          <dgm:constr type="l" for="ch" forName="textaccent2" refType="w" fact="0.4544"/>
          <dgm:constr type="t" for="ch" forName="textaccent2" refType="h" fact="0.612"/>
          <dgm:constr type="w" for="ch" forName="textaccent2" refType="w" fact="0.022"/>
          <dgm:constr type="h" for="ch" forName="textaccent2" refType="h" fact="0.0364"/>
          <dgm:constr type="l" for="ch" forName="imageaccent2" refType="w" fact="0.4914"/>
          <dgm:constr type="t" for="ch" forName="imageaccent2" refType="h" fact="0.6536"/>
          <dgm:constr type="w" for="ch" forName="imageaccent2" refType="w" fact="0.022"/>
          <dgm:constr type="h" for="ch" forName="imageaccent2" refType="h" fact="0.0364"/>
          <dgm:constr type="l" for="ch" forName="textaccent3" refType="w" fact="0.2915"/>
          <dgm:constr type="t" for="ch" forName="textaccent3" refType="h" fact="0.1786"/>
          <dgm:constr type="w" for="ch" forName="textaccent3" refType="w" fact="0.022"/>
          <dgm:constr type="h" for="ch" forName="textaccent3" refType="h" fact="0.0364"/>
          <dgm:constr type="l" for="ch" forName="imageaccent3" refType="w" fact="0.3299"/>
          <dgm:constr type="t" for="ch" forName="imageaccent3" refType="h" fact="0.1376"/>
          <dgm:constr type="w" for="ch" forName="imageaccent3" refType="w" fact="0.022"/>
          <dgm:constr type="h" for="ch" forName="imageaccent3" refType="h" fact="0.0364"/>
          <dgm:constr type="l" for="ch" forName="textaccent4" refType="w" fact="0.65"/>
          <dgm:constr type="t" for="ch" forName="textaccent4" refType="h" fact="0.3096"/>
          <dgm:constr type="w" for="ch" forName="textaccent4" refType="w" fact="0.022"/>
          <dgm:constr type="h" for="ch" forName="textaccent4" refType="h" fact="0.0364"/>
          <dgm:constr type="l" for="ch" forName="imageaccent4" refType="w" fact="0.6859"/>
          <dgm:constr type="t" for="ch" forName="imageaccent4" refType="h" fact="0.3522"/>
          <dgm:constr type="w" for="ch" forName="imageaccent4" refType="w" fact="0.022"/>
          <dgm:constr type="h" for="ch" forName="imageaccent4" refType="h" fact="0.0364"/>
          <dgm:constr type="l" for="ch" forName="textaccent5" refType="w" fact="0.8123"/>
          <dgm:constr type="t" for="ch" forName="textaccent5" refType="h" fact="0.1425"/>
          <dgm:constr type="w" for="ch" forName="textaccent5" refType="w" fact="0.022"/>
          <dgm:constr type="h" for="ch" forName="textaccent5" refType="h" fact="0.0364"/>
          <dgm:constr type="l" for="ch" forName="imageaccent5" refType="w" fact="0.849"/>
          <dgm:constr type="t" for="ch" forName="imageaccent5" refType="h" fact="0.1835"/>
          <dgm:constr type="w" for="ch" forName="imageaccent5" refType="w" fact="0.022"/>
          <dgm:constr type="h" for="ch" forName="imageaccent5" refType="h" fact="0.0364"/>
          <dgm:constr type="l" for="ch" forName="image6" refType="w" fact="0.6491"/>
          <dgm:constr type="t" for="ch" forName="image6" refType="h" fact="0.6894"/>
          <dgm:constr type="w" for="ch" forName="image6" refType="w" fact="0.1886"/>
          <dgm:constr type="h" for="ch" forName="image6" refType="h" fact="0.3106"/>
          <dgm:constr type="l" for="ch" forName="text6" refType="w" fact="0.8114"/>
          <dgm:constr type="t" for="ch" forName="text6" refType="h" fact="0.5194"/>
          <dgm:constr type="w" for="ch" forName="text6" refType="w" fact="0.1886"/>
          <dgm:constr type="h" for="ch" forName="text6" refType="h" fact="0.3106"/>
          <dgm:constr type="l" for="ch" forName="imageaccent6" refType="w" fact="0.8138"/>
          <dgm:constr type="t" for="ch" forName="imageaccent6" refType="h" fact="0.8257"/>
          <dgm:constr type="w" for="ch" forName="imageaccent6" refType="w" fact="0.022"/>
          <dgm:constr type="h" for="ch" forName="imageaccent6" refType="h" fact="0.0364"/>
          <dgm:constr type="l" for="ch" forName="textaccent6" refType="w" fact="0.8488"/>
          <dgm:constr type="t" for="ch" forName="textaccent6" refType="h" fact="0.7914"/>
          <dgm:constr type="w" for="ch" forName="textaccent6" refType="w" fact="0.022"/>
          <dgm:constr type="h" for="ch" forName="textaccent6" refType="h" fact="0.0364"/>
        </dgm:constrLst>
      </dgm:if>
      <dgm:if name="Name8" axis="ch" ptType="node" func="cnt" op="equ" val="7">
        <dgm:alg type="composite">
          <dgm:param type="ar" val="1.6382"/>
        </dgm:alg>
        <dgm:constrLst>
          <dgm:constr type="primFontSz" for="des" ptType="node" op="equ" val="65"/>
          <dgm:constr type="l" for="ch" forName="image4" refType="w" fact="0.6491"/>
          <dgm:constr type="t" for="ch" forName="image4" refType="h" fact="0.2961"/>
          <dgm:constr type="w" for="ch" forName="image4" refType="w" fact="0.1886"/>
          <dgm:constr type="h" for="ch" forName="image4" refType="h" fact="0.2653"/>
          <dgm:constr type="l" for="ch" forName="text5" refType="w" fact="0.6491"/>
          <dgm:constr type="t" for="ch" forName="text5" refType="h" fact="0.0028"/>
          <dgm:constr type="w" for="ch" forName="text5" refType="w" fact="0.1886"/>
          <dgm:constr type="h" for="ch" forName="text5" refType="h" fact="0.2653"/>
          <dgm:constr type="l" for="ch" forName="image5" refType="w" fact="0.8114"/>
          <dgm:constr type="t" for="ch" forName="image5" refType="h" fact="0.1508"/>
          <dgm:constr type="w" for="ch" forName="image5" refType="w" fact="0.1886"/>
          <dgm:constr type="h" for="ch" forName="image5" refType="h" fact="0.2653"/>
          <dgm:constr type="l" for="ch" forName="image2" refType="w" fact="0.4868"/>
          <dgm:constr type="t" for="ch" forName="image2" refType="h" fact="0.4402"/>
          <dgm:constr type="w" for="ch" forName="image2" refType="w" fact="0.1886"/>
          <dgm:constr type="h" for="ch" forName="image2" refType="h" fact="0.2653"/>
          <dgm:constr type="l" for="ch" forName="text4" refType="w" fact="0.4868"/>
          <dgm:constr type="t" for="ch" forName="text4" refType="h" fact="0.1469"/>
          <dgm:constr type="w" for="ch" forName="text4" refType="w" fact="0.1886"/>
          <dgm:constr type="h" for="ch" forName="text4" refType="h" fact="0.2653"/>
          <dgm:constr type="l" for="ch" forName="text2" refType="w" fact="0.3246"/>
          <dgm:constr type="t" for="ch" forName="text2" refType="h" fact="0.2933"/>
          <dgm:constr type="w" for="ch" forName="text2" refType="w" fact="0.1886"/>
          <dgm:constr type="h" for="ch" forName="text2" refType="h" fact="0.2653"/>
          <dgm:constr type="l" for="ch" forName="image3" refType="w" fact="0.3246"/>
          <dgm:constr type="t" for="ch" forName="image3" refType="h" fact="0"/>
          <dgm:constr type="w" for="ch" forName="image3" refType="w" fact="0.1886"/>
          <dgm:constr type="h" for="ch" forName="image3" refType="h" fact="0.2653"/>
          <dgm:constr type="l" for="ch" forName="text1" refType="w" fact="0.1623"/>
          <dgm:constr type="t" for="ch" forName="text1" refType="h" fact="0.4408"/>
          <dgm:constr type="w" for="ch" forName="text1" refType="w" fact="0.1886"/>
          <dgm:constr type="h" for="ch" forName="text1" refType="h" fact="0.2653"/>
          <dgm:constr type="l" for="ch" forName="text3" refType="w" fact="0.1623"/>
          <dgm:constr type="t" for="ch" forName="text3" refType="h" fact="0.1475"/>
          <dgm:constr type="w" for="ch" forName="text3" refType="w" fact="0.1886"/>
          <dgm:constr type="h" for="ch" forName="text3" refType="h" fact="0.2653"/>
          <dgm:constr type="l" for="ch" forName="textaccent1" refType="w" fact="0.1668"/>
          <dgm:constr type="t" for="ch" forName="textaccent1" refType="h" fact="0.5594"/>
          <dgm:constr type="w" for="ch" forName="textaccent1" refType="w" fact="0.022"/>
          <dgm:constr type="h" for="ch" forName="textaccent1" refType="h" fact="0.0311"/>
          <dgm:constr type="l" for="ch" forName="image1" refType="w" fact="0"/>
          <dgm:constr type="t" for="ch" forName="image1" refType="h" fact="0.2941"/>
          <dgm:constr type="w" for="ch" forName="image1" refType="w" fact="0.1886"/>
          <dgm:constr type="h" for="ch" forName="image1" refType="h" fact="0.2653"/>
          <dgm:constr type="l" for="ch" forName="imageaccent1" refType="w" fact="0.1292"/>
          <dgm:constr type="t" for="ch" forName="imageaccent1" refType="h" fact="0.5242"/>
          <dgm:constr type="w" for="ch" forName="imageaccent1" refType="w" fact="0.022"/>
          <dgm:constr type="h" for="ch" forName="imageaccent1" refType="h" fact="0.0311"/>
          <dgm:constr type="l" for="ch" forName="textaccent2" refType="w" fact="0.4544"/>
          <dgm:constr type="t" for="ch" forName="textaccent2" refType="h" fact="0.5228"/>
          <dgm:constr type="w" for="ch" forName="textaccent2" refType="w" fact="0.022"/>
          <dgm:constr type="h" for="ch" forName="textaccent2" refType="h" fact="0.0311"/>
          <dgm:constr type="l" for="ch" forName="imageaccent2" refType="w" fact="0.4914"/>
          <dgm:constr type="t" for="ch" forName="imageaccent2" refType="h" fact="0.5583"/>
          <dgm:constr type="w" for="ch" forName="imageaccent2" refType="w" fact="0.022"/>
          <dgm:constr type="h" for="ch" forName="imageaccent2" refType="h" fact="0.0311"/>
          <dgm:constr type="l" for="ch" forName="textaccent3" refType="w" fact="0.2907"/>
          <dgm:constr type="t" for="ch" forName="textaccent3" refType="h" fact="0.1511"/>
          <dgm:constr type="w" for="ch" forName="textaccent3" refType="w" fact="0.022"/>
          <dgm:constr type="h" for="ch" forName="textaccent3" refType="h" fact="0.0311"/>
          <dgm:constr type="l" for="ch" forName="imageaccent3" refType="w" fact="0.3299"/>
          <dgm:constr type="t" for="ch" forName="imageaccent3" refType="h" fact="0.1175"/>
          <dgm:constr type="w" for="ch" forName="imageaccent3" refType="w" fact="0.022"/>
          <dgm:constr type="h" for="ch" forName="imageaccent3" refType="h" fact="0.0311"/>
          <dgm:constr type="l" for="ch" forName="textaccent4" refType="w" fact="0.65"/>
          <dgm:constr type="t" for="ch" forName="textaccent4" refType="h" fact="0.2645"/>
          <dgm:constr type="w" for="ch" forName="textaccent4" refType="w" fact="0.022"/>
          <dgm:constr type="h" for="ch" forName="textaccent4" refType="h" fact="0.0311"/>
          <dgm:constr type="l" for="ch" forName="imageaccent4" refType="w" fact="0.6859"/>
          <dgm:constr type="t" for="ch" forName="imageaccent4" refType="h" fact="0.3008"/>
          <dgm:constr type="w" for="ch" forName="imageaccent4" refType="w" fact="0.022"/>
          <dgm:constr type="h" for="ch" forName="imageaccent4" refType="h" fact="0.0311"/>
          <dgm:constr type="l" for="ch" forName="textaccent5" refType="w" fact="0.8123"/>
          <dgm:constr type="t" for="ch" forName="textaccent5" refType="h" fact="0.1217"/>
          <dgm:constr type="w" for="ch" forName="textaccent5" refType="w" fact="0.022"/>
          <dgm:constr type="h" for="ch" forName="textaccent5" refType="h" fact="0.0311"/>
          <dgm:constr type="l" for="ch" forName="imageaccent5" refType="w" fact="0.849"/>
          <dgm:constr type="t" for="ch" forName="imageaccent5" refType="h" fact="0.1567"/>
          <dgm:constr type="w" for="ch" forName="imageaccent5" refType="w" fact="0.022"/>
          <dgm:constr type="h" for="ch" forName="imageaccent5" refType="h" fact="0.0311"/>
          <dgm:constr type="l" for="ch" forName="image6" refType="w" fact="0.6491"/>
          <dgm:constr type="t" for="ch" forName="image6" refType="h" fact="0.5889"/>
          <dgm:constr type="w" for="ch" forName="image6" refType="w" fact="0.1886"/>
          <dgm:constr type="h" for="ch" forName="image6" refType="h" fact="0.2653"/>
          <dgm:constr type="l" for="ch" forName="text6" refType="w" fact="0.8114"/>
          <dgm:constr type="t" for="ch" forName="text6" refType="h" fact="0.4436"/>
          <dgm:constr type="w" for="ch" forName="text6" refType="w" fact="0.1886"/>
          <dgm:constr type="h" for="ch" forName="text6" refType="h" fact="0.2653"/>
          <dgm:constr type="l" for="ch" forName="imageaccent6" refType="w" fact="0.8138"/>
          <dgm:constr type="t" for="ch" forName="imageaccent6" refType="h" fact="0.7053"/>
          <dgm:constr type="w" for="ch" forName="imageaccent6" refType="w" fact="0.022"/>
          <dgm:constr type="h" for="ch" forName="imageaccent6" refType="h" fact="0.0311"/>
          <dgm:constr type="l" for="ch" forName="textaccent6" refType="w" fact="0.8488"/>
          <dgm:constr type="t" for="ch" forName="textaccent6" refType="h" fact="0.676"/>
          <dgm:constr type="w" for="ch" forName="textaccent6" refType="w" fact="0.022"/>
          <dgm:constr type="h" for="ch" forName="textaccent6" refType="h" fact="0.0311"/>
          <dgm:constr type="l" for="ch" forName="text7" refType="w" fact="0.3244"/>
          <dgm:constr type="t" for="ch" forName="text7" refType="h" fact="0.5872"/>
          <dgm:constr type="w" for="ch" forName="text7" refType="w" fact="0.1886"/>
          <dgm:constr type="h" for="ch" forName="text7" refType="h" fact="0.2653"/>
          <dgm:constr type="l" for="ch" forName="image7" refType="w" fact="0.1622"/>
          <dgm:constr type="t" for="ch" forName="image7" refType="h" fact="0.7347"/>
          <dgm:constr type="w" for="ch" forName="image7" refType="w" fact="0.1886"/>
          <dgm:constr type="h" for="ch" forName="image7" refType="h" fact="0.2653"/>
          <dgm:constr type="l" for="ch" forName="imageaccent7" refType="w" fact="0.2905"/>
          <dgm:constr type="t" for="ch" forName="imageaccent7" refType="h" fact="0.7384"/>
          <dgm:constr type="w" for="ch" forName="imageaccent7" refType="w" fact="0.022"/>
          <dgm:constr type="h" for="ch" forName="imageaccent7" refType="h" fact="0.0311"/>
          <dgm:constr type="l" for="ch" forName="textaccent7" refType="w" fact="0.3298"/>
          <dgm:constr type="t" for="ch" forName="textaccent7" refType="h" fact="0.7048"/>
          <dgm:constr type="w" for="ch" forName="textaccent7" refType="w" fact="0.022"/>
          <dgm:constr type="h" for="ch" forName="textaccent7" refType="h" fact="0.0311"/>
        </dgm:constrLst>
      </dgm:if>
      <dgm:if name="Name9" axis="ch" ptType="node" func="cnt" op="equ" val="8">
        <dgm:alg type="composite">
          <dgm:param type="ar" val="1.8974"/>
        </dgm:alg>
        <dgm:constrLst>
          <dgm:constr type="primFontSz" for="des" ptType="node" op="equ" val="65"/>
          <dgm:constr type="l" for="ch" forName="image4" refType="w" fact="0.5589"/>
          <dgm:constr type="t" for="ch" forName="image4" refType="h" fact="0.2952"/>
          <dgm:constr type="w" for="ch" forName="image4" refType="w" fact="0.1624"/>
          <dgm:constr type="h" for="ch" forName="image4" refType="h" fact="0.2645"/>
          <dgm:constr type="l" for="ch" forName="text5" refType="w" fact="0.5589"/>
          <dgm:constr type="t" for="ch" forName="text5" refType="h" fact="0.0028"/>
          <dgm:constr type="w" for="ch" forName="text5" refType="w" fact="0.1624"/>
          <dgm:constr type="h" for="ch" forName="text5" refType="h" fact="0.2645"/>
          <dgm:constr type="l" for="ch" forName="image5" refType="w" fact="0.6986"/>
          <dgm:constr type="t" for="ch" forName="image5" refType="h" fact="0.1504"/>
          <dgm:constr type="w" for="ch" forName="image5" refType="w" fact="0.1624"/>
          <dgm:constr type="h" for="ch" forName="image5" refType="h" fact="0.2645"/>
          <dgm:constr type="l" for="ch" forName="image2" refType="w" fact="0.4192"/>
          <dgm:constr type="t" for="ch" forName="image2" refType="h" fact="0.439"/>
          <dgm:constr type="w" for="ch" forName="image2" refType="w" fact="0.1624"/>
          <dgm:constr type="h" for="ch" forName="image2" refType="h" fact="0.2645"/>
          <dgm:constr type="l" for="ch" forName="text4" refType="w" fact="0.4192"/>
          <dgm:constr type="t" for="ch" forName="text4" refType="h" fact="0.1465"/>
          <dgm:constr type="w" for="ch" forName="text4" refType="w" fact="0.1624"/>
          <dgm:constr type="h" for="ch" forName="text4" refType="h" fact="0.2645"/>
          <dgm:constr type="l" for="ch" forName="text2" refType="w" fact="0.2794"/>
          <dgm:constr type="t" for="ch" forName="text2" refType="h" fact="0.2925"/>
          <dgm:constr type="w" for="ch" forName="text2" refType="w" fact="0.1624"/>
          <dgm:constr type="h" for="ch" forName="text2" refType="h" fact="0.2645"/>
          <dgm:constr type="l" for="ch" forName="image3" refType="w" fact="0.2794"/>
          <dgm:constr type="t" for="ch" forName="image3" refType="h" fact="0"/>
          <dgm:constr type="w" for="ch" forName="image3" refType="w" fact="0.1624"/>
          <dgm:constr type="h" for="ch" forName="image3" refType="h" fact="0.2645"/>
          <dgm:constr type="l" for="ch" forName="text1" refType="w" fact="0.1397"/>
          <dgm:constr type="t" for="ch" forName="text1" refType="h" fact="0.4395"/>
          <dgm:constr type="w" for="ch" forName="text1" refType="w" fact="0.1624"/>
          <dgm:constr type="h" for="ch" forName="text1" refType="h" fact="0.2645"/>
          <dgm:constr type="l" for="ch" forName="text3" refType="w" fact="0.1397"/>
          <dgm:constr type="t" for="ch" forName="text3" refType="h" fact="0.1471"/>
          <dgm:constr type="w" for="ch" forName="text3" refType="w" fact="0.1624"/>
          <dgm:constr type="h" for="ch" forName="text3" refType="h" fact="0.2645"/>
          <dgm:constr type="l" for="ch" forName="textaccent1" refType="w" fact="0.1436"/>
          <dgm:constr type="t" for="ch" forName="textaccent1" refType="h" fact="0.5578"/>
          <dgm:constr type="w" for="ch" forName="textaccent1" refType="w" fact="0.0189"/>
          <dgm:constr type="h" for="ch" forName="textaccent1" refType="h" fact="0.031"/>
          <dgm:constr type="l" for="ch" forName="image1" refType="w" fact="0"/>
          <dgm:constr type="t" for="ch" forName="image1" refType="h" fact="0.2933"/>
          <dgm:constr type="w" for="ch" forName="image1" refType="w" fact="0.1624"/>
          <dgm:constr type="h" for="ch" forName="image1" refType="h" fact="0.2645"/>
          <dgm:constr type="l" for="ch" forName="imageaccent1" refType="w" fact="0.1112"/>
          <dgm:constr type="t" for="ch" forName="imageaccent1" refType="h" fact="0.5227"/>
          <dgm:constr type="w" for="ch" forName="imageaccent1" refType="w" fact="0.0189"/>
          <dgm:constr type="h" for="ch" forName="imageaccent1" refType="h" fact="0.031"/>
          <dgm:constr type="l" for="ch" forName="textaccent2" refType="w" fact="0.3912"/>
          <dgm:constr type="t" for="ch" forName="textaccent2" refType="h" fact="0.5213"/>
          <dgm:constr type="w" for="ch" forName="textaccent2" refType="w" fact="0.0189"/>
          <dgm:constr type="h" for="ch" forName="textaccent2" refType="h" fact="0.031"/>
          <dgm:constr type="l" for="ch" forName="imageaccent2" refType="w" fact="0.4231"/>
          <dgm:constr type="t" for="ch" forName="imageaccent2" refType="h" fact="0.5567"/>
          <dgm:constr type="w" for="ch" forName="imageaccent2" refType="w" fact="0.0189"/>
          <dgm:constr type="h" for="ch" forName="imageaccent2" refType="h" fact="0.031"/>
          <dgm:constr type="l" for="ch" forName="textaccent3" refType="w" fact="0.2502"/>
          <dgm:constr type="t" for="ch" forName="textaccent3" refType="h" fact="0.1507"/>
          <dgm:constr type="w" for="ch" forName="textaccent3" refType="w" fact="0.0189"/>
          <dgm:constr type="h" for="ch" forName="textaccent3" refType="h" fact="0.031"/>
          <dgm:constr type="l" for="ch" forName="imageaccent3" refType="w" fact="0.2841"/>
          <dgm:constr type="t" for="ch" forName="imageaccent3" refType="h" fact="0.1172"/>
          <dgm:constr type="w" for="ch" forName="imageaccent3" refType="w" fact="0.0189"/>
          <dgm:constr type="h" for="ch" forName="imageaccent3" refType="h" fact="0.031"/>
          <dgm:constr type="l" for="ch" forName="textaccent4" refType="w" fact="0.5596"/>
          <dgm:constr type="t" for="ch" forName="textaccent4" refType="h" fact="0.2637"/>
          <dgm:constr type="w" for="ch" forName="textaccent4" refType="w" fact="0.0189"/>
          <dgm:constr type="h" for="ch" forName="textaccent4" refType="h" fact="0.031"/>
          <dgm:constr type="l" for="ch" forName="imageaccent4" refType="w" fact="0.5905"/>
          <dgm:constr type="t" for="ch" forName="imageaccent4" refType="h" fact="0.3"/>
          <dgm:constr type="w" for="ch" forName="imageaccent4" refType="w" fact="0.0189"/>
          <dgm:constr type="h" for="ch" forName="imageaccent4" refType="h" fact="0.031"/>
          <dgm:constr type="l" for="ch" forName="textaccent5" refType="w" fact="0.6993"/>
          <dgm:constr type="t" for="ch" forName="textaccent5" refType="h" fact="0.1214"/>
          <dgm:constr type="w" for="ch" forName="textaccent5" refType="w" fact="0.0189"/>
          <dgm:constr type="h" for="ch" forName="textaccent5" refType="h" fact="0.031"/>
          <dgm:constr type="l" for="ch" forName="imageaccent5" refType="w" fact="0.731"/>
          <dgm:constr type="t" for="ch" forName="imageaccent5" refType="h" fact="0.1563"/>
          <dgm:constr type="w" for="ch" forName="imageaccent5" refType="w" fact="0.0189"/>
          <dgm:constr type="h" for="ch" forName="imageaccent5" refType="h" fact="0.031"/>
          <dgm:constr type="l" for="ch" forName="image6" refType="w" fact="0.5589"/>
          <dgm:constr type="t" for="ch" forName="image6" refType="h" fact="0.5872"/>
          <dgm:constr type="w" for="ch" forName="image6" refType="w" fact="0.1624"/>
          <dgm:constr type="h" for="ch" forName="image6" refType="h" fact="0.2645"/>
          <dgm:constr type="l" for="ch" forName="text6" refType="w" fact="0.6986"/>
          <dgm:constr type="t" for="ch" forName="text6" refType="h" fact="0.4424"/>
          <dgm:constr type="w" for="ch" forName="text6" refType="w" fact="0.1624"/>
          <dgm:constr type="h" for="ch" forName="text6" refType="h" fact="0.2645"/>
          <dgm:constr type="l" for="ch" forName="imageaccent6" refType="w" fact="0.7007"/>
          <dgm:constr type="t" for="ch" forName="imageaccent6" refType="h" fact="0.7033"/>
          <dgm:constr type="w" for="ch" forName="imageaccent6" refType="w" fact="0.0189"/>
          <dgm:constr type="h" for="ch" forName="imageaccent6" refType="h" fact="0.031"/>
          <dgm:constr type="l" for="ch" forName="textaccent6" refType="w" fact="0.7308"/>
          <dgm:constr type="t" for="ch" forName="textaccent6" refType="h" fact="0.6741"/>
          <dgm:constr type="w" for="ch" forName="textaccent6" refType="w" fact="0.0189"/>
          <dgm:constr type="h" for="ch" forName="textaccent6" refType="h" fact="0.031"/>
          <dgm:constr type="l" for="ch" forName="text7" refType="w" fact="0.2793"/>
          <dgm:constr type="t" for="ch" forName="text7" refType="h" fact="0.5856"/>
          <dgm:constr type="w" for="ch" forName="text7" refType="w" fact="0.1624"/>
          <dgm:constr type="h" for="ch" forName="text7" refType="h" fact="0.2645"/>
          <dgm:constr type="l" for="ch" forName="image7" refType="w" fact="0.1396"/>
          <dgm:constr type="t" for="ch" forName="image7" refType="h" fact="0.7326"/>
          <dgm:constr type="w" for="ch" forName="image7" refType="w" fact="0.1624"/>
          <dgm:constr type="h" for="ch" forName="image7" refType="h" fact="0.2645"/>
          <dgm:constr type="l" for="ch" forName="imageaccent7" refType="w" fact="0.2501"/>
          <dgm:constr type="t" for="ch" forName="imageaccent7" refType="h" fact="0.7363"/>
          <dgm:constr type="w" for="ch" forName="imageaccent7" refType="w" fact="0.0189"/>
          <dgm:constr type="h" for="ch" forName="imageaccent7" refType="h" fact="0.031"/>
          <dgm:constr type="l" for="ch" forName="textaccent7" refType="w" fact="0.284"/>
          <dgm:constr type="t" for="ch" forName="textaccent7" refType="h" fact="0.7028"/>
          <dgm:constr type="w" for="ch" forName="textaccent7" refType="w" fact="0.0189"/>
          <dgm:constr type="h" for="ch" forName="textaccent7" refType="h" fact="0.031"/>
          <dgm:constr type="l" for="ch" forName="image8" refType="w" fact="0.6979"/>
          <dgm:constr type="t" for="ch" forName="image8" refType="h" fact="0.7355"/>
          <dgm:constr type="w" for="ch" forName="image8" refType="w" fact="0.1624"/>
          <dgm:constr type="h" for="ch" forName="image8" refType="h" fact="0.2645"/>
          <dgm:constr type="l" for="ch" forName="text8" refType="w" fact="0.8376"/>
          <dgm:constr type="t" for="ch" forName="text8" refType="h" fact="0.5906"/>
          <dgm:constr type="w" for="ch" forName="text8" refType="w" fact="0.1624"/>
          <dgm:constr type="h" for="ch" forName="text8" refType="h" fact="0.2645"/>
          <dgm:constr type="l" for="ch" forName="imageaccent8" refType="w" fact="0.8397"/>
          <dgm:constr type="t" for="ch" forName="imageaccent8" refType="h" fact="0.8516"/>
          <dgm:constr type="w" for="ch" forName="imageaccent8" refType="w" fact="0.0189"/>
          <dgm:constr type="h" for="ch" forName="imageaccent8" refType="h" fact="0.031"/>
          <dgm:constr type="l" for="ch" forName="textaccent8" refType="w" fact="0.8698"/>
          <dgm:constr type="t" for="ch" forName="textaccent8" refType="h" fact="0.8223"/>
          <dgm:constr type="w" for="ch" forName="textaccent8" refType="w" fact="0.0189"/>
          <dgm:constr type="h" for="ch" forName="textaccent8" refType="h" fact="0.031"/>
        </dgm:constrLst>
      </dgm:if>
      <dgm:if name="Name10" axis="ch" ptType="node" func="cnt" op="equ" val="9">
        <dgm:alg type="composite">
          <dgm:param type="ar" val="1.8986"/>
        </dgm:alg>
        <dgm:constrLst>
          <dgm:constr type="primFontSz" for="des" ptType="node" op="equ" val="65"/>
          <dgm:constr type="l" for="ch" forName="image4" refType="w" fact="0.5585"/>
          <dgm:constr type="t" for="ch" forName="image4" refType="h" fact="0.2952"/>
          <dgm:constr type="w" for="ch" forName="image4" refType="w" fact="0.1623"/>
          <dgm:constr type="h" for="ch" forName="image4" refType="h" fact="0.2645"/>
          <dgm:constr type="l" for="ch" forName="text5" refType="w" fact="0.5585"/>
          <dgm:constr type="t" for="ch" forName="text5" refType="h" fact="0.0028"/>
          <dgm:constr type="w" for="ch" forName="text5" refType="w" fact="0.1623"/>
          <dgm:constr type="h" for="ch" forName="text5" refType="h" fact="0.2645"/>
          <dgm:constr type="l" for="ch" forName="image5" refType="w" fact="0.6982"/>
          <dgm:constr type="t" for="ch" forName="image5" refType="h" fact="0.1504"/>
          <dgm:constr type="w" for="ch" forName="image5" refType="w" fact="0.1623"/>
          <dgm:constr type="h" for="ch" forName="image5" refType="h" fact="0.2645"/>
          <dgm:constr type="l" for="ch" forName="image2" refType="w" fact="0.4189"/>
          <dgm:constr type="t" for="ch" forName="image2" refType="h" fact="0.439"/>
          <dgm:constr type="w" for="ch" forName="image2" refType="w" fact="0.1623"/>
          <dgm:constr type="h" for="ch" forName="image2" refType="h" fact="0.2645"/>
          <dgm:constr type="l" for="ch" forName="text4" refType="w" fact="0.4189"/>
          <dgm:constr type="t" for="ch" forName="text4" refType="h" fact="0.1465"/>
          <dgm:constr type="w" for="ch" forName="text4" refType="w" fact="0.1623"/>
          <dgm:constr type="h" for="ch" forName="text4" refType="h" fact="0.2645"/>
          <dgm:constr type="l" for="ch" forName="text2" refType="w" fact="0.2793"/>
          <dgm:constr type="t" for="ch" forName="text2" refType="h" fact="0.2925"/>
          <dgm:constr type="w" for="ch" forName="text2" refType="w" fact="0.1623"/>
          <dgm:constr type="h" for="ch" forName="text2" refType="h" fact="0.2645"/>
          <dgm:constr type="l" for="ch" forName="image3" refType="w" fact="0.2793"/>
          <dgm:constr type="t" for="ch" forName="image3" refType="h" fact="0"/>
          <dgm:constr type="w" for="ch" forName="image3" refType="w" fact="0.1623"/>
          <dgm:constr type="h" for="ch" forName="image3" refType="h" fact="0.2645"/>
          <dgm:constr type="l" for="ch" forName="text1" refType="w" fact="0.1396"/>
          <dgm:constr type="t" for="ch" forName="text1" refType="h" fact="0.4395"/>
          <dgm:constr type="w" for="ch" forName="text1" refType="w" fact="0.1623"/>
          <dgm:constr type="h" for="ch" forName="text1" refType="h" fact="0.2645"/>
          <dgm:constr type="l" for="ch" forName="text3" refType="w" fact="0.1396"/>
          <dgm:constr type="t" for="ch" forName="text3" refType="h" fact="0.1471"/>
          <dgm:constr type="w" for="ch" forName="text3" refType="w" fact="0.1623"/>
          <dgm:constr type="h" for="ch" forName="text3" refType="h" fact="0.2645"/>
          <dgm:constr type="l" for="ch" forName="textaccent1" refType="w" fact="0.1435"/>
          <dgm:constr type="t" for="ch" forName="textaccent1" refType="h" fact="0.5578"/>
          <dgm:constr type="w" for="ch" forName="textaccent1" refType="w" fact="0.0189"/>
          <dgm:constr type="h" for="ch" forName="textaccent1" refType="h" fact="0.031"/>
          <dgm:constr type="l" for="ch" forName="image1" refType="w" fact="0"/>
          <dgm:constr type="t" for="ch" forName="image1" refType="h" fact="0.2933"/>
          <dgm:constr type="w" for="ch" forName="image1" refType="w" fact="0.1623"/>
          <dgm:constr type="h" for="ch" forName="image1" refType="h" fact="0.2645"/>
          <dgm:constr type="l" for="ch" forName="imageaccent1" refType="w" fact="0.1111"/>
          <dgm:constr type="t" for="ch" forName="imageaccent1" refType="h" fact="0.5227"/>
          <dgm:constr type="w" for="ch" forName="imageaccent1" refType="w" fact="0.0189"/>
          <dgm:constr type="h" for="ch" forName="imageaccent1" refType="h" fact="0.031"/>
          <dgm:constr type="l" for="ch" forName="textaccent2" refType="w" fact="0.391"/>
          <dgm:constr type="t" for="ch" forName="textaccent2" refType="h" fact="0.5213"/>
          <dgm:constr type="w" for="ch" forName="textaccent2" refType="w" fact="0.0189"/>
          <dgm:constr type="h" for="ch" forName="textaccent2" refType="h" fact="0.031"/>
          <dgm:constr type="l" for="ch" forName="imageaccent2" refType="w" fact="0.4228"/>
          <dgm:constr type="t" for="ch" forName="imageaccent2" refType="h" fact="0.5567"/>
          <dgm:constr type="w" for="ch" forName="imageaccent2" refType="w" fact="0.0189"/>
          <dgm:constr type="h" for="ch" forName="imageaccent2" refType="h" fact="0.031"/>
          <dgm:constr type="l" for="ch" forName="textaccent3" refType="w" fact="0.2501"/>
          <dgm:constr type="t" for="ch" forName="textaccent3" refType="h" fact="0.1507"/>
          <dgm:constr type="w" for="ch" forName="textaccent3" refType="w" fact="0.0189"/>
          <dgm:constr type="h" for="ch" forName="textaccent3" refType="h" fact="0.031"/>
          <dgm:constr type="l" for="ch" forName="imageaccent3" refType="w" fact="0.2839"/>
          <dgm:constr type="t" for="ch" forName="imageaccent3" refType="h" fact="0.1172"/>
          <dgm:constr type="w" for="ch" forName="imageaccent3" refType="w" fact="0.0189"/>
          <dgm:constr type="h" for="ch" forName="imageaccent3" refType="h" fact="0.031"/>
          <dgm:constr type="l" for="ch" forName="textaccent4" refType="w" fact="0.5593"/>
          <dgm:constr type="t" for="ch" forName="textaccent4" refType="h" fact="0.2637"/>
          <dgm:constr type="w" for="ch" forName="textaccent4" refType="w" fact="0.0189"/>
          <dgm:constr type="h" for="ch" forName="textaccent4" refType="h" fact="0.031"/>
          <dgm:constr type="l" for="ch" forName="imageaccent4" refType="w" fact="0.5901"/>
          <dgm:constr type="t" for="ch" forName="imageaccent4" refType="h" fact="0.3"/>
          <dgm:constr type="w" for="ch" forName="imageaccent4" refType="w" fact="0.0189"/>
          <dgm:constr type="h" for="ch" forName="imageaccent4" refType="h" fact="0.031"/>
          <dgm:constr type="l" for="ch" forName="textaccent5" refType="w" fact="0.6989"/>
          <dgm:constr type="t" for="ch" forName="textaccent5" refType="h" fact="0.1214"/>
          <dgm:constr type="w" for="ch" forName="textaccent5" refType="w" fact="0.0189"/>
          <dgm:constr type="h" for="ch" forName="textaccent5" refType="h" fact="0.031"/>
          <dgm:constr type="l" for="ch" forName="imageaccent5" refType="w" fact="0.7305"/>
          <dgm:constr type="t" for="ch" forName="imageaccent5" refType="h" fact="0.1563"/>
          <dgm:constr type="w" for="ch" forName="imageaccent5" refType="w" fact="0.0189"/>
          <dgm:constr type="h" for="ch" forName="imageaccent5" refType="h" fact="0.031"/>
          <dgm:constr type="l" for="ch" forName="image6" refType="w" fact="0.5585"/>
          <dgm:constr type="t" for="ch" forName="image6" refType="h" fact="0.5872"/>
          <dgm:constr type="w" for="ch" forName="image6" refType="w" fact="0.1623"/>
          <dgm:constr type="h" for="ch" forName="image6" refType="h" fact="0.2645"/>
          <dgm:constr type="l" for="ch" forName="text6" refType="w" fact="0.6982"/>
          <dgm:constr type="t" for="ch" forName="text6" refType="h" fact="0.4424"/>
          <dgm:constr type="w" for="ch" forName="text6" refType="w" fact="0.1623"/>
          <dgm:constr type="h" for="ch" forName="text6" refType="h" fact="0.2645"/>
          <dgm:constr type="l" for="ch" forName="imageaccent6" refType="w" fact="0.7002"/>
          <dgm:constr type="t" for="ch" forName="imageaccent6" refType="h" fact="0.7033"/>
          <dgm:constr type="w" for="ch" forName="imageaccent6" refType="w" fact="0.0189"/>
          <dgm:constr type="h" for="ch" forName="imageaccent6" refType="h" fact="0.031"/>
          <dgm:constr type="l" for="ch" forName="textaccent6" refType="w" fact="0.7303"/>
          <dgm:constr type="t" for="ch" forName="textaccent6" refType="h" fact="0.6741"/>
          <dgm:constr type="w" for="ch" forName="textaccent6" refType="w" fact="0.0189"/>
          <dgm:constr type="h" for="ch" forName="textaccent6" refType="h" fact="0.031"/>
          <dgm:constr type="l" for="ch" forName="text7" refType="w" fact="0.2792"/>
          <dgm:constr type="t" for="ch" forName="text7" refType="h" fact="0.5856"/>
          <dgm:constr type="w" for="ch" forName="text7" refType="w" fact="0.1623"/>
          <dgm:constr type="h" for="ch" forName="text7" refType="h" fact="0.2645"/>
          <dgm:constr type="l" for="ch" forName="image7" refType="w" fact="0.1395"/>
          <dgm:constr type="t" for="ch" forName="image7" refType="h" fact="0.7326"/>
          <dgm:constr type="w" for="ch" forName="image7" refType="w" fact="0.1623"/>
          <dgm:constr type="h" for="ch" forName="image7" refType="h" fact="0.2645"/>
          <dgm:constr type="l" for="ch" forName="imageaccent7" refType="w" fact="0.25"/>
          <dgm:constr type="t" for="ch" forName="imageaccent7" refType="h" fact="0.7363"/>
          <dgm:constr type="w" for="ch" forName="imageaccent7" refType="w" fact="0.0189"/>
          <dgm:constr type="h" for="ch" forName="imageaccent7" refType="h" fact="0.031"/>
          <dgm:constr type="l" for="ch" forName="textaccent7" refType="w" fact="0.2838"/>
          <dgm:constr type="t" for="ch" forName="textaccent7" refType="h" fact="0.7028"/>
          <dgm:constr type="w" for="ch" forName="textaccent7" refType="w" fact="0.0189"/>
          <dgm:constr type="h" for="ch" forName="textaccent7" refType="h" fact="0.031"/>
          <dgm:constr type="l" for="ch" forName="image8" refType="w" fact="0.6975"/>
          <dgm:constr type="t" for="ch" forName="image8" refType="h" fact="0.7355"/>
          <dgm:constr type="w" for="ch" forName="image8" refType="w" fact="0.1623"/>
          <dgm:constr type="h" for="ch" forName="image8" refType="h" fact="0.2645"/>
          <dgm:constr type="l" for="ch" forName="text8" refType="w" fact="0.8371"/>
          <dgm:constr type="t" for="ch" forName="text8" refType="h" fact="0.5906"/>
          <dgm:constr type="w" for="ch" forName="text8" refType="w" fact="0.1623"/>
          <dgm:constr type="h" for="ch" forName="text8" refType="h" fact="0.2645"/>
          <dgm:constr type="l" for="ch" forName="imageaccent8" refType="w" fact="0.8392"/>
          <dgm:constr type="t" for="ch" forName="imageaccent8" refType="h" fact="0.8516"/>
          <dgm:constr type="w" for="ch" forName="imageaccent8" refType="w" fact="0.0189"/>
          <dgm:constr type="h" for="ch" forName="imageaccent8" refType="h" fact="0.031"/>
          <dgm:constr type="l" for="ch" forName="textaccent8" refType="w" fact="0.8693"/>
          <dgm:constr type="t" for="ch" forName="textaccent8" refType="h" fact="0.8223"/>
          <dgm:constr type="w" for="ch" forName="textaccent8" refType="w" fact="0.0189"/>
          <dgm:constr type="h" for="ch" forName="textaccent8" refType="h" fact="0.031"/>
          <dgm:constr type="l" for="ch" forName="text9" refType="w" fact="0.8377"/>
          <dgm:constr type="t" for="ch" forName="text9" refType="h" fact="0.0057"/>
          <dgm:constr type="w" for="ch" forName="text9" refType="w" fact="0.1623"/>
          <dgm:constr type="h" for="ch" forName="text9" refType="h" fact="0.2645"/>
          <dgm:constr type="l" for="ch" forName="textaccent9" refType="w" fact="0.95"/>
          <dgm:constr type="t" for="ch" forName="textaccent9" refType="h" fact="0.2383"/>
          <dgm:constr type="w" for="ch" forName="textaccent9" refType="w" fact="0.0189"/>
          <dgm:constr type="h" for="ch" forName="textaccent9" refType="h" fact="0.031"/>
          <dgm:constr type="l" for="ch" forName="image9" refType="w" fact="0.8377"/>
          <dgm:constr type="t" for="ch" forName="image9" refType="h" fact="0.2977"/>
          <dgm:constr type="w" for="ch" forName="image9" refType="w" fact="0.1623"/>
          <dgm:constr type="h" for="ch" forName="image9" refType="h" fact="0.2645"/>
          <dgm:constr type="l" for="ch" forName="imageaccent9" refType="w" fact="0.95"/>
          <dgm:constr type="t" for="ch" forName="imageaccent9" refType="h" fact="0.2993"/>
          <dgm:constr type="w" for="ch" forName="imageaccent9" refType="w" fact="0.0189"/>
          <dgm:constr type="h" for="ch" forName="imageaccent9" refType="h" fact="0.031"/>
        </dgm:constrLst>
      </dgm:if>
      <dgm:if name="Name11" axis="ch" ptType="node" func="cnt" op="equ" val="10">
        <dgm:alg type="composite">
          <dgm:param type="ar" val="1.6608"/>
        </dgm:alg>
        <dgm:constrLst>
          <dgm:constr type="primFontSz" for="des" ptType="node" op="equ" val="65"/>
          <dgm:constr type="l" for="ch" forName="image4" refType="w" fact="0.5585"/>
          <dgm:constr type="t" for="ch" forName="image4" refType="h" fact="0.2583"/>
          <dgm:constr type="w" for="ch" forName="image4" refType="w" fact="0.1623"/>
          <dgm:constr type="h" for="ch" forName="image4" refType="h" fact="0.2314"/>
          <dgm:constr type="l" for="ch" forName="text5" refType="w" fact="0.5585"/>
          <dgm:constr type="t" for="ch" forName="text5" refType="h" fact="0.0024"/>
          <dgm:constr type="w" for="ch" forName="text5" refType="w" fact="0.1623"/>
          <dgm:constr type="h" for="ch" forName="text5" refType="h" fact="0.2314"/>
          <dgm:constr type="l" for="ch" forName="image5" refType="w" fact="0.6982"/>
          <dgm:constr type="t" for="ch" forName="image5" refType="h" fact="0.1316"/>
          <dgm:constr type="w" for="ch" forName="image5" refType="w" fact="0.1623"/>
          <dgm:constr type="h" for="ch" forName="image5" refType="h" fact="0.2314"/>
          <dgm:constr type="l" for="ch" forName="image2" refType="w" fact="0.4189"/>
          <dgm:constr type="t" for="ch" forName="image2" refType="h" fact="0.384"/>
          <dgm:constr type="w" for="ch" forName="image2" refType="w" fact="0.1623"/>
          <dgm:constr type="h" for="ch" forName="image2" refType="h" fact="0.2314"/>
          <dgm:constr type="l" for="ch" forName="text4" refType="w" fact="0.4189"/>
          <dgm:constr type="t" for="ch" forName="text4" refType="h" fact="0.1282"/>
          <dgm:constr type="w" for="ch" forName="text4" refType="w" fact="0.1623"/>
          <dgm:constr type="h" for="ch" forName="text4" refType="h" fact="0.2314"/>
          <dgm:constr type="l" for="ch" forName="text2" refType="w" fact="0.2793"/>
          <dgm:constr type="t" for="ch" forName="text2" refType="h" fact="0.2558"/>
          <dgm:constr type="w" for="ch" forName="text2" refType="w" fact="0.1623"/>
          <dgm:constr type="h" for="ch" forName="text2" refType="h" fact="0.2314"/>
          <dgm:constr type="l" for="ch" forName="image3" refType="w" fact="0.2793"/>
          <dgm:constr type="t" for="ch" forName="image3" refType="h" fact="0"/>
          <dgm:constr type="w" for="ch" forName="image3" refType="w" fact="0.1623"/>
          <dgm:constr type="h" for="ch" forName="image3" refType="h" fact="0.2314"/>
          <dgm:constr type="l" for="ch" forName="text1" refType="w" fact="0.1396"/>
          <dgm:constr type="t" for="ch" forName="text1" refType="h" fact="0.3845"/>
          <dgm:constr type="w" for="ch" forName="text1" refType="w" fact="0.1623"/>
          <dgm:constr type="h" for="ch" forName="text1" refType="h" fact="0.2314"/>
          <dgm:constr type="l" for="ch" forName="text3" refType="w" fact="0.1396"/>
          <dgm:constr type="t" for="ch" forName="text3" refType="h" fact="0.1286"/>
          <dgm:constr type="w" for="ch" forName="text3" refType="w" fact="0.1623"/>
          <dgm:constr type="h" for="ch" forName="text3" refType="h" fact="0.2314"/>
          <dgm:constr type="l" for="ch" forName="textaccent1" refType="w" fact="0.1435"/>
          <dgm:constr type="t" for="ch" forName="textaccent1" refType="h" fact="0.488"/>
          <dgm:constr type="w" for="ch" forName="textaccent1" refType="w" fact="0.0189"/>
          <dgm:constr type="h" for="ch" forName="textaccent1" refType="h" fact="0.0271"/>
          <dgm:constr type="l" for="ch" forName="image1" refType="w" fact="0"/>
          <dgm:constr type="t" for="ch" forName="image1" refType="h" fact="0.2566"/>
          <dgm:constr type="w" for="ch" forName="image1" refType="w" fact="0.1623"/>
          <dgm:constr type="h" for="ch" forName="image1" refType="h" fact="0.2314"/>
          <dgm:constr type="l" for="ch" forName="imageaccent1" refType="w" fact="0.1111"/>
          <dgm:constr type="t" for="ch" forName="imageaccent1" refType="h" fact="0.4572"/>
          <dgm:constr type="w" for="ch" forName="imageaccent1" refType="w" fact="0.0189"/>
          <dgm:constr type="h" for="ch" forName="imageaccent1" refType="h" fact="0.0271"/>
          <dgm:constr type="l" for="ch" forName="textaccent2" refType="w" fact="0.391"/>
          <dgm:constr type="t" for="ch" forName="textaccent2" refType="h" fact="0.456"/>
          <dgm:constr type="w" for="ch" forName="textaccent2" refType="w" fact="0.0189"/>
          <dgm:constr type="h" for="ch" forName="textaccent2" refType="h" fact="0.0271"/>
          <dgm:constr type="l" for="ch" forName="imageaccent2" refType="w" fact="0.4228"/>
          <dgm:constr type="t" for="ch" forName="imageaccent2" refType="h" fact="0.487"/>
          <dgm:constr type="w" for="ch" forName="imageaccent2" refType="w" fact="0.0189"/>
          <dgm:constr type="h" for="ch" forName="imageaccent2" refType="h" fact="0.0271"/>
          <dgm:constr type="l" for="ch" forName="textaccent3" refType="w" fact="0.2501"/>
          <dgm:constr type="t" for="ch" forName="textaccent3" refType="h" fact="0.1318"/>
          <dgm:constr type="w" for="ch" forName="textaccent3" refType="w" fact="0.0189"/>
          <dgm:constr type="h" for="ch" forName="textaccent3" refType="h" fact="0.0271"/>
          <dgm:constr type="l" for="ch" forName="imageaccent3" refType="w" fact="0.2839"/>
          <dgm:constr type="t" for="ch" forName="imageaccent3" refType="h" fact="0.1025"/>
          <dgm:constr type="w" for="ch" forName="imageaccent3" refType="w" fact="0.0189"/>
          <dgm:constr type="h" for="ch" forName="imageaccent3" refType="h" fact="0.0271"/>
          <dgm:constr type="l" for="ch" forName="textaccent4" refType="w" fact="0.5593"/>
          <dgm:constr type="t" for="ch" forName="textaccent4" refType="h" fact="0.2307"/>
          <dgm:constr type="w" for="ch" forName="textaccent4" refType="w" fact="0.0189"/>
          <dgm:constr type="h" for="ch" forName="textaccent4" refType="h" fact="0.0271"/>
          <dgm:constr type="l" for="ch" forName="imageaccent4" refType="w" fact="0.5901"/>
          <dgm:constr type="t" for="ch" forName="imageaccent4" refType="h" fact="0.2624"/>
          <dgm:constr type="w" for="ch" forName="imageaccent4" refType="w" fact="0.0189"/>
          <dgm:constr type="h" for="ch" forName="imageaccent4" refType="h" fact="0.0271"/>
          <dgm:constr type="l" for="ch" forName="textaccent5" refType="w" fact="0.6989"/>
          <dgm:constr type="t" for="ch" forName="textaccent5" refType="h" fact="0.1062"/>
          <dgm:constr type="w" for="ch" forName="textaccent5" refType="w" fact="0.0189"/>
          <dgm:constr type="h" for="ch" forName="textaccent5" refType="h" fact="0.0271"/>
          <dgm:constr type="l" for="ch" forName="imageaccent5" refType="w" fact="0.7305"/>
          <dgm:constr type="t" for="ch" forName="imageaccent5" refType="h" fact="0.1367"/>
          <dgm:constr type="w" for="ch" forName="imageaccent5" refType="w" fact="0.0189"/>
          <dgm:constr type="h" for="ch" forName="imageaccent5" refType="h" fact="0.0271"/>
          <dgm:constr type="l" for="ch" forName="image6" refType="w" fact="0.5585"/>
          <dgm:constr type="t" for="ch" forName="image6" refType="h" fact="0.5137"/>
          <dgm:constr type="w" for="ch" forName="image6" refType="w" fact="0.1623"/>
          <dgm:constr type="h" for="ch" forName="image6" refType="h" fact="0.2314"/>
          <dgm:constr type="l" for="ch" forName="text6" refType="w" fact="0.6982"/>
          <dgm:constr type="t" for="ch" forName="text6" refType="h" fact="0.387"/>
          <dgm:constr type="w" for="ch" forName="text6" refType="w" fact="0.1623"/>
          <dgm:constr type="h" for="ch" forName="text6" refType="h" fact="0.2314"/>
          <dgm:constr type="l" for="ch" forName="imageaccent6" refType="w" fact="0.7002"/>
          <dgm:constr type="t" for="ch" forName="imageaccent6" refType="h" fact="0.6152"/>
          <dgm:constr type="w" for="ch" forName="imageaccent6" refType="w" fact="0.0189"/>
          <dgm:constr type="h" for="ch" forName="imageaccent6" refType="h" fact="0.0271"/>
          <dgm:constr type="l" for="ch" forName="textaccent6" refType="w" fact="0.7303"/>
          <dgm:constr type="t" for="ch" forName="textaccent6" refType="h" fact="0.5897"/>
          <dgm:constr type="w" for="ch" forName="textaccent6" refType="w" fact="0.0189"/>
          <dgm:constr type="h" for="ch" forName="textaccent6" refType="h" fact="0.0271"/>
          <dgm:constr type="l" for="ch" forName="text7" refType="w" fact="0.2792"/>
          <dgm:constr type="t" for="ch" forName="text7" refType="h" fact="0.5122"/>
          <dgm:constr type="w" for="ch" forName="text7" refType="w" fact="0.1623"/>
          <dgm:constr type="h" for="ch" forName="text7" refType="h" fact="0.2314"/>
          <dgm:constr type="l" for="ch" forName="image7" refType="w" fact="0.1395"/>
          <dgm:constr type="t" for="ch" forName="image7" refType="h" fact="0.6409"/>
          <dgm:constr type="w" for="ch" forName="image7" refType="w" fact="0.1623"/>
          <dgm:constr type="h" for="ch" forName="image7" refType="h" fact="0.2314"/>
          <dgm:constr type="l" for="ch" forName="imageaccent7" refType="w" fact="0.25"/>
          <dgm:constr type="t" for="ch" forName="imageaccent7" refType="h" fact="0.6441"/>
          <dgm:constr type="w" for="ch" forName="imageaccent7" refType="w" fact="0.0189"/>
          <dgm:constr type="h" for="ch" forName="imageaccent7" refType="h" fact="0.0271"/>
          <dgm:constr type="l" for="ch" forName="textaccent7" refType="w" fact="0.2838"/>
          <dgm:constr type="t" for="ch" forName="textaccent7" refType="h" fact="0.6148"/>
          <dgm:constr type="w" for="ch" forName="textaccent7" refType="w" fact="0.0189"/>
          <dgm:constr type="h" for="ch" forName="textaccent7" refType="h" fact="0.0271"/>
          <dgm:constr type="l" for="ch" forName="image8" refType="w" fact="0.6975"/>
          <dgm:constr type="t" for="ch" forName="image8" refType="h" fact="0.6433"/>
          <dgm:constr type="w" for="ch" forName="image8" refType="w" fact="0.1623"/>
          <dgm:constr type="h" for="ch" forName="image8" refType="h" fact="0.2314"/>
          <dgm:constr type="l" for="ch" forName="text8" refType="w" fact="0.8371"/>
          <dgm:constr type="t" for="ch" forName="text8" refType="h" fact="0.5167"/>
          <dgm:constr type="w" for="ch" forName="text8" refType="w" fact="0.1623"/>
          <dgm:constr type="h" for="ch" forName="text8" refType="h" fact="0.2314"/>
          <dgm:constr type="l" for="ch" forName="imageaccent8" refType="w" fact="0.8392"/>
          <dgm:constr type="t" for="ch" forName="imageaccent8" refType="h" fact="0.7449"/>
          <dgm:constr type="w" for="ch" forName="imageaccent8" refType="w" fact="0.0189"/>
          <dgm:constr type="h" for="ch" forName="imageaccent8" refType="h" fact="0.0271"/>
          <dgm:constr type="l" for="ch" forName="textaccent8" refType="w" fact="0.8693"/>
          <dgm:constr type="t" for="ch" forName="textaccent8" refType="h" fact="0.7194"/>
          <dgm:constr type="w" for="ch" forName="textaccent8" refType="w" fact="0.0189"/>
          <dgm:constr type="h" for="ch" forName="textaccent8" refType="h" fact="0.0271"/>
          <dgm:constr type="l" for="ch" forName="text9" refType="w" fact="0.8377"/>
          <dgm:constr type="t" for="ch" forName="text9" refType="h" fact="0.005"/>
          <dgm:constr type="w" for="ch" forName="text9" refType="w" fact="0.1623"/>
          <dgm:constr type="h" for="ch" forName="text9" refType="h" fact="0.2314"/>
          <dgm:constr type="l" for="ch" forName="textaccent9" refType="w" fact="0.95"/>
          <dgm:constr type="t" for="ch" forName="textaccent9" refType="h" fact="0.2084"/>
          <dgm:constr type="w" for="ch" forName="textaccent9" refType="w" fact="0.0189"/>
          <dgm:constr type="h" for="ch" forName="textaccent9" refType="h" fact="0.0271"/>
          <dgm:constr type="l" for="ch" forName="image9" refType="w" fact="0.8377"/>
          <dgm:constr type="t" for="ch" forName="image9" refType="h" fact="0.2604"/>
          <dgm:constr type="w" for="ch" forName="image9" refType="w" fact="0.1623"/>
          <dgm:constr type="h" for="ch" forName="image9" refType="h" fact="0.2314"/>
          <dgm:constr type="l" for="ch" forName="imageaccent9" refType="w" fact="0.95"/>
          <dgm:constr type="t" for="ch" forName="imageaccent9" refType="h" fact="0.2618"/>
          <dgm:constr type="w" for="ch" forName="imageaccent9" refType="w" fact="0.0189"/>
          <dgm:constr type="h" for="ch" forName="imageaccent9" refType="h" fact="0.0271"/>
          <dgm:constr type="l" for="ch" forName="image10" refType="w" fact="0.2786"/>
          <dgm:constr type="t" for="ch" forName="image10" refType="h" fact="0.7686"/>
          <dgm:constr type="w" for="ch" forName="image10" refType="w" fact="0.1623"/>
          <dgm:constr type="h" for="ch" forName="image10" refType="h" fact="0.2314"/>
          <dgm:constr type="l" for="ch" forName="text10" refType="w" fact="0.4183"/>
          <dgm:constr type="t" for="ch" forName="text10" refType="h" fact="0.6419"/>
          <dgm:constr type="w" for="ch" forName="text10" refType="w" fact="0.1623"/>
          <dgm:constr type="h" for="ch" forName="text10" refType="h" fact="0.2314"/>
          <dgm:constr type="l" for="ch" forName="imageaccent10" refType="w" fact="0.4203"/>
          <dgm:constr type="t" for="ch" forName="imageaccent10" refType="h" fact="0.8701"/>
          <dgm:constr type="w" for="ch" forName="imageaccent10" refType="w" fact="0.0189"/>
          <dgm:constr type="h" for="ch" forName="imageaccent10" refType="h" fact="0.0271"/>
          <dgm:constr type="l" for="ch" forName="textaccent10" refType="w" fact="0.4504"/>
          <dgm:constr type="t" for="ch" forName="textaccent10" refType="h" fact="0.8446"/>
          <dgm:constr type="w" for="ch" forName="textaccent10" refType="w" fact="0.0189"/>
          <dgm:constr type="h" for="ch" forName="textaccent10" refType="h" fact="0.0271"/>
        </dgm:constrLst>
      </dgm:if>
      <dgm:if name="Name12" axis="ch" ptType="node" func="cnt" op="equ" val="11">
        <dgm:alg type="composite">
          <dgm:param type="ar" val="1.4704"/>
        </dgm:alg>
        <dgm:constrLst>
          <dgm:constr type="primFontSz" for="des" ptType="node" op="equ" val="65"/>
          <dgm:constr type="l" for="ch" forName="image4" refType="w" fact="0.5585"/>
          <dgm:constr type="t" for="ch" forName="image4" refType="h" fact="0.2287"/>
          <dgm:constr type="w" for="ch" forName="image4" refType="w" fact="0.1623"/>
          <dgm:constr type="h" for="ch" forName="image4" refType="h" fact="0.2049"/>
          <dgm:constr type="l" for="ch" forName="text5" refType="w" fact="0.5585"/>
          <dgm:constr type="t" for="ch" forName="text5" refType="h" fact="0.0022"/>
          <dgm:constr type="w" for="ch" forName="text5" refType="w" fact="0.1623"/>
          <dgm:constr type="h" for="ch" forName="text5" refType="h" fact="0.2049"/>
          <dgm:constr type="l" for="ch" forName="image5" refType="w" fact="0.6982"/>
          <dgm:constr type="t" for="ch" forName="image5" refType="h" fact="0.1165"/>
          <dgm:constr type="w" for="ch" forName="image5" refType="w" fact="0.1623"/>
          <dgm:constr type="h" for="ch" forName="image5" refType="h" fact="0.2049"/>
          <dgm:constr type="l" for="ch" forName="image2" refType="w" fact="0.4189"/>
          <dgm:constr type="t" for="ch" forName="image2" refType="h" fact="0.34"/>
          <dgm:constr type="w" for="ch" forName="image2" refType="w" fact="0.1623"/>
          <dgm:constr type="h" for="ch" forName="image2" refType="h" fact="0.2049"/>
          <dgm:constr type="l" for="ch" forName="text4" refType="w" fact="0.4189"/>
          <dgm:constr type="t" for="ch" forName="text4" refType="h" fact="0.1135"/>
          <dgm:constr type="w" for="ch" forName="text4" refType="w" fact="0.1623"/>
          <dgm:constr type="h" for="ch" forName="text4" refType="h" fact="0.2049"/>
          <dgm:constr type="l" for="ch" forName="text2" refType="w" fact="0.2793"/>
          <dgm:constr type="t" for="ch" forName="text2" refType="h" fact="0.2265"/>
          <dgm:constr type="w" for="ch" forName="text2" refType="w" fact="0.1623"/>
          <dgm:constr type="h" for="ch" forName="text2" refType="h" fact="0.2049"/>
          <dgm:constr type="l" for="ch" forName="image3" refType="w" fact="0.2793"/>
          <dgm:constr type="t" for="ch" forName="image3" refType="h" fact="0"/>
          <dgm:constr type="w" for="ch" forName="image3" refType="w" fact="0.1623"/>
          <dgm:constr type="h" for="ch" forName="image3" refType="h" fact="0.2049"/>
          <dgm:constr type="l" for="ch" forName="text1" refType="w" fact="0.1396"/>
          <dgm:constr type="t" for="ch" forName="text1" refType="h" fact="0.3404"/>
          <dgm:constr type="w" for="ch" forName="text1" refType="w" fact="0.1623"/>
          <dgm:constr type="h" for="ch" forName="text1" refType="h" fact="0.2049"/>
          <dgm:constr type="l" for="ch" forName="text3" refType="w" fact="0.1396"/>
          <dgm:constr type="t" for="ch" forName="text3" refType="h" fact="0.1139"/>
          <dgm:constr type="w" for="ch" forName="text3" refType="w" fact="0.1623"/>
          <dgm:constr type="h" for="ch" forName="text3" refType="h" fact="0.2049"/>
          <dgm:constr type="l" for="ch" forName="textaccent1" refType="w" fact="0.1435"/>
          <dgm:constr type="t" for="ch" forName="textaccent1" refType="h" fact="0.432"/>
          <dgm:constr type="w" for="ch" forName="textaccent1" refType="w" fact="0.0189"/>
          <dgm:constr type="h" for="ch" forName="textaccent1" refType="h" fact="0.024"/>
          <dgm:constr type="l" for="ch" forName="image1" refType="w" fact="0"/>
          <dgm:constr type="t" for="ch" forName="image1" refType="h" fact="0.2272"/>
          <dgm:constr type="w" for="ch" forName="image1" refType="w" fact="0.1623"/>
          <dgm:constr type="h" for="ch" forName="image1" refType="h" fact="0.2049"/>
          <dgm:constr type="l" for="ch" forName="imageaccent1" refType="w" fact="0.1111"/>
          <dgm:constr type="t" for="ch" forName="imageaccent1" refType="h" fact="0.4048"/>
          <dgm:constr type="w" for="ch" forName="imageaccent1" refType="w" fact="0.0189"/>
          <dgm:constr type="h" for="ch" forName="imageaccent1" refType="h" fact="0.024"/>
          <dgm:constr type="l" for="ch" forName="textaccent2" refType="w" fact="0.391"/>
          <dgm:constr type="t" for="ch" forName="textaccent2" refType="h" fact="0.4038"/>
          <dgm:constr type="w" for="ch" forName="textaccent2" refType="w" fact="0.0189"/>
          <dgm:constr type="h" for="ch" forName="textaccent2" refType="h" fact="0.024"/>
          <dgm:constr type="l" for="ch" forName="imageaccent2" refType="w" fact="0.4228"/>
          <dgm:constr type="t" for="ch" forName="imageaccent2" refType="h" fact="0.4312"/>
          <dgm:constr type="w" for="ch" forName="imageaccent2" refType="w" fact="0.0189"/>
          <dgm:constr type="h" for="ch" forName="imageaccent2" refType="h" fact="0.024"/>
          <dgm:constr type="l" for="ch" forName="textaccent3" refType="w" fact="0.2501"/>
          <dgm:constr type="t" for="ch" forName="textaccent3" refType="h" fact="0.1167"/>
          <dgm:constr type="w" for="ch" forName="textaccent3" refType="w" fact="0.0189"/>
          <dgm:constr type="h" for="ch" forName="textaccent3" refType="h" fact="0.024"/>
          <dgm:constr type="l" for="ch" forName="imageaccent3" refType="w" fact="0.2839"/>
          <dgm:constr type="t" for="ch" forName="imageaccent3" refType="h" fact="0.0908"/>
          <dgm:constr type="w" for="ch" forName="imageaccent3" refType="w" fact="0.0189"/>
          <dgm:constr type="h" for="ch" forName="imageaccent3" refType="h" fact="0.024"/>
          <dgm:constr type="l" for="ch" forName="textaccent4" refType="w" fact="0.5593"/>
          <dgm:constr type="t" for="ch" forName="textaccent4" refType="h" fact="0.2042"/>
          <dgm:constr type="w" for="ch" forName="textaccent4" refType="w" fact="0.0189"/>
          <dgm:constr type="h" for="ch" forName="textaccent4" refType="h" fact="0.024"/>
          <dgm:constr type="l" for="ch" forName="imageaccent4" refType="w" fact="0.5901"/>
          <dgm:constr type="t" for="ch" forName="imageaccent4" refType="h" fact="0.2323"/>
          <dgm:constr type="w" for="ch" forName="imageaccent4" refType="w" fact="0.0189"/>
          <dgm:constr type="h" for="ch" forName="imageaccent4" refType="h" fact="0.024"/>
          <dgm:constr type="l" for="ch" forName="textaccent5" refType="w" fact="0.6989"/>
          <dgm:constr type="t" for="ch" forName="textaccent5" refType="h" fact="0.094"/>
          <dgm:constr type="w" for="ch" forName="textaccent5" refType="w" fact="0.0189"/>
          <dgm:constr type="h" for="ch" forName="textaccent5" refType="h" fact="0.024"/>
          <dgm:constr type="l" for="ch" forName="imageaccent5" refType="w" fact="0.7305"/>
          <dgm:constr type="t" for="ch" forName="imageaccent5" refType="h" fact="0.121"/>
          <dgm:constr type="w" for="ch" forName="imageaccent5" refType="w" fact="0.0189"/>
          <dgm:constr type="h" for="ch" forName="imageaccent5" refType="h" fact="0.024"/>
          <dgm:constr type="l" for="ch" forName="image6" refType="w" fact="0.5585"/>
          <dgm:constr type="t" for="ch" forName="image6" refType="h" fact="0.4548"/>
          <dgm:constr type="w" for="ch" forName="image6" refType="w" fact="0.1623"/>
          <dgm:constr type="h" for="ch" forName="image6" refType="h" fact="0.2049"/>
          <dgm:constr type="l" for="ch" forName="text6" refType="w" fact="0.6982"/>
          <dgm:constr type="t" for="ch" forName="text6" refType="h" fact="0.3426"/>
          <dgm:constr type="w" for="ch" forName="text6" refType="w" fact="0.1623"/>
          <dgm:constr type="h" for="ch" forName="text6" refType="h" fact="0.2049"/>
          <dgm:constr type="l" for="ch" forName="imageaccent6" refType="w" fact="0.7002"/>
          <dgm:constr type="t" for="ch" forName="imageaccent6" refType="h" fact="0.5447"/>
          <dgm:constr type="w" for="ch" forName="imageaccent6" refType="w" fact="0.0189"/>
          <dgm:constr type="h" for="ch" forName="imageaccent6" refType="h" fact="0.024"/>
          <dgm:constr type="l" for="ch" forName="textaccent6" refType="w" fact="0.7303"/>
          <dgm:constr type="t" for="ch" forName="textaccent6" refType="h" fact="0.5221"/>
          <dgm:constr type="w" for="ch" forName="textaccent6" refType="w" fact="0.0189"/>
          <dgm:constr type="h" for="ch" forName="textaccent6" refType="h" fact="0.024"/>
          <dgm:constr type="l" for="ch" forName="text7" refType="w" fact="0.2792"/>
          <dgm:constr type="t" for="ch" forName="text7" refType="h" fact="0.4535"/>
          <dgm:constr type="w" for="ch" forName="text7" refType="w" fact="0.1623"/>
          <dgm:constr type="h" for="ch" forName="text7" refType="h" fact="0.2049"/>
          <dgm:constr type="l" for="ch" forName="image7" refType="w" fact="0.1395"/>
          <dgm:constr type="t" for="ch" forName="image7" refType="h" fact="0.5674"/>
          <dgm:constr type="w" for="ch" forName="image7" refType="w" fact="0.1623"/>
          <dgm:constr type="h" for="ch" forName="image7" refType="h" fact="0.2049"/>
          <dgm:constr type="l" for="ch" forName="imageaccent7" refType="w" fact="0.25"/>
          <dgm:constr type="t" for="ch" forName="imageaccent7" refType="h" fact="0.5703"/>
          <dgm:constr type="w" for="ch" forName="imageaccent7" refType="w" fact="0.0189"/>
          <dgm:constr type="h" for="ch" forName="imageaccent7" refType="h" fact="0.024"/>
          <dgm:constr type="l" for="ch" forName="textaccent7" refType="w" fact="0.2838"/>
          <dgm:constr type="t" for="ch" forName="textaccent7" refType="h" fact="0.5443"/>
          <dgm:constr type="w" for="ch" forName="textaccent7" refType="w" fact="0.0189"/>
          <dgm:constr type="h" for="ch" forName="textaccent7" refType="h" fact="0.024"/>
          <dgm:constr type="l" for="ch" forName="image8" refType="w" fact="0.6975"/>
          <dgm:constr type="t" for="ch" forName="image8" refType="h" fact="0.5696"/>
          <dgm:constr type="w" for="ch" forName="image8" refType="w" fact="0.1623"/>
          <dgm:constr type="h" for="ch" forName="image8" refType="h" fact="0.2049"/>
          <dgm:constr type="l" for="ch" forName="text8" refType="w" fact="0.8371"/>
          <dgm:constr type="t" for="ch" forName="text8" refType="h" fact="0.4574"/>
          <dgm:constr type="w" for="ch" forName="text8" refType="w" fact="0.1623"/>
          <dgm:constr type="h" for="ch" forName="text8" refType="h" fact="0.2049"/>
          <dgm:constr type="l" for="ch" forName="imageaccent8" refType="w" fact="0.8392"/>
          <dgm:constr type="t" for="ch" forName="imageaccent8" refType="h" fact="0.6595"/>
          <dgm:constr type="w" for="ch" forName="imageaccent8" refType="w" fact="0.0189"/>
          <dgm:constr type="h" for="ch" forName="imageaccent8" refType="h" fact="0.024"/>
          <dgm:constr type="l" for="ch" forName="textaccent8" refType="w" fact="0.8693"/>
          <dgm:constr type="t" for="ch" forName="textaccent8" refType="h" fact="0.6369"/>
          <dgm:constr type="w" for="ch" forName="textaccent8" refType="w" fact="0.0189"/>
          <dgm:constr type="h" for="ch" forName="textaccent8" refType="h" fact="0.024"/>
          <dgm:constr type="l" for="ch" forName="text9" refType="w" fact="0.8377"/>
          <dgm:constr type="t" for="ch" forName="text9" refType="h" fact="0.0044"/>
          <dgm:constr type="w" for="ch" forName="text9" refType="w" fact="0.1623"/>
          <dgm:constr type="h" for="ch" forName="text9" refType="h" fact="0.2049"/>
          <dgm:constr type="l" for="ch" forName="textaccent9" refType="w" fact="0.95"/>
          <dgm:constr type="t" for="ch" forName="textaccent9" refType="h" fact="0.1846"/>
          <dgm:constr type="w" for="ch" forName="textaccent9" refType="w" fact="0.0189"/>
          <dgm:constr type="h" for="ch" forName="textaccent9" refType="h" fact="0.024"/>
          <dgm:constr type="l" for="ch" forName="image9" refType="w" fact="0.8377"/>
          <dgm:constr type="t" for="ch" forName="image9" refType="h" fact="0.2306"/>
          <dgm:constr type="w" for="ch" forName="image9" refType="w" fact="0.1623"/>
          <dgm:constr type="h" for="ch" forName="image9" refType="h" fact="0.2049"/>
          <dgm:constr type="l" for="ch" forName="imageaccent9" refType="w" fact="0.95"/>
          <dgm:constr type="t" for="ch" forName="imageaccent9" refType="h" fact="0.2318"/>
          <dgm:constr type="w" for="ch" forName="imageaccent9" refType="w" fact="0.0189"/>
          <dgm:constr type="h" for="ch" forName="imageaccent9" refType="h" fact="0.024"/>
          <dgm:constr type="l" for="ch" forName="image10" refType="w" fact="0.2786"/>
          <dgm:constr type="t" for="ch" forName="image10" refType="h" fact="0.6805"/>
          <dgm:constr type="w" for="ch" forName="image10" refType="w" fact="0.1623"/>
          <dgm:constr type="h" for="ch" forName="image10" refType="h" fact="0.2049"/>
          <dgm:constr type="l" for="ch" forName="text10" refType="w" fact="0.4183"/>
          <dgm:constr type="t" for="ch" forName="text10" refType="h" fact="0.5683"/>
          <dgm:constr type="w" for="ch" forName="text10" refType="w" fact="0.1623"/>
          <dgm:constr type="h" for="ch" forName="text10" refType="h" fact="0.2049"/>
          <dgm:constr type="l" for="ch" forName="imageaccent10" refType="w" fact="0.4203"/>
          <dgm:constr type="t" for="ch" forName="imageaccent10" refType="h" fact="0.7704"/>
          <dgm:constr type="w" for="ch" forName="imageaccent10" refType="w" fact="0.0189"/>
          <dgm:constr type="h" for="ch" forName="imageaccent10" refType="h" fact="0.024"/>
          <dgm:constr type="l" for="ch" forName="textaccent10" refType="w" fact="0.4504"/>
          <dgm:constr type="t" for="ch" forName="textaccent10" refType="h" fact="0.7478"/>
          <dgm:constr type="w" for="ch" forName="textaccent10" refType="w" fact="0.0189"/>
          <dgm:constr type="h" for="ch" forName="textaccent10" refType="h" fact="0.024"/>
          <dgm:constr type="l" for="ch" forName="text11" refType="w" fact="0.6971"/>
          <dgm:constr type="t" for="ch" forName="text11" refType="h" fact="0.7951"/>
          <dgm:constr type="w" for="ch" forName="text11" refType="w" fact="0.1623"/>
          <dgm:constr type="h" for="ch" forName="text11" refType="h" fact="0.2049"/>
          <dgm:constr type="l" for="ch" forName="image11" refType="w" fact="0.5575"/>
          <dgm:constr type="t" for="ch" forName="image11" refType="h" fact="0.6816"/>
          <dgm:constr type="w" for="ch" forName="image11" refType="w" fact="0.1623"/>
          <dgm:constr type="h" for="ch" forName="image11" refType="h" fact="0.2049"/>
          <dgm:constr type="l" for="ch" forName="imageaccent11" refType="w" fact="0.6692"/>
          <dgm:constr type="t" for="ch" forName="imageaccent11" refType="h" fact="0.8589"/>
          <dgm:constr type="w" for="ch" forName="imageaccent11" refType="w" fact="0.0189"/>
          <dgm:constr type="h" for="ch" forName="imageaccent11" refType="h" fact="0.024"/>
          <dgm:constr type="l" for="ch" forName="textaccent11" refType="w" fact="0.701"/>
          <dgm:constr type="t" for="ch" forName="textaccent11" refType="h" fact="0.8863"/>
          <dgm:constr type="w" for="ch" forName="textaccent11" refType="w" fact="0.0189"/>
          <dgm:constr type="h" for="ch" forName="textaccent11" refType="h" fact="0.024"/>
        </dgm:constrLst>
      </dgm:if>
      <dgm:else name="Name13">
        <dgm:alg type="composite">
          <dgm:param type="ar" val="1.675"/>
        </dgm:alg>
        <dgm:constrLst>
          <dgm:constr type="primFontSz" for="des" ptType="node" op="equ" val="65"/>
          <dgm:constr type="l" for="ch" forName="image4" refType="w" fact="0.4903"/>
          <dgm:constr type="t" for="ch" forName="image4" refType="h" fact="0.2287"/>
          <dgm:constr type="w" for="ch" forName="image4" refType="w" fact="0.1425"/>
          <dgm:constr type="h" for="ch" forName="image4" refType="h" fact="0.2049"/>
          <dgm:constr type="l" for="ch" forName="text5" refType="w" fact="0.4903"/>
          <dgm:constr type="t" for="ch" forName="text5" refType="h" fact="0.0022"/>
          <dgm:constr type="w" for="ch" forName="text5" refType="w" fact="0.1425"/>
          <dgm:constr type="h" for="ch" forName="text5" refType="h" fact="0.2049"/>
          <dgm:constr type="l" for="ch" forName="image5" refType="w" fact="0.6129"/>
          <dgm:constr type="t" for="ch" forName="image5" refType="h" fact="0.1165"/>
          <dgm:constr type="w" for="ch" forName="image5" refType="w" fact="0.1425"/>
          <dgm:constr type="h" for="ch" forName="image5" refType="h" fact="0.2049"/>
          <dgm:constr type="l" for="ch" forName="image2" refType="w" fact="0.3677"/>
          <dgm:constr type="t" for="ch" forName="image2" refType="h" fact="0.34"/>
          <dgm:constr type="w" for="ch" forName="image2" refType="w" fact="0.1425"/>
          <dgm:constr type="h" for="ch" forName="image2" refType="h" fact="0.2049"/>
          <dgm:constr type="l" for="ch" forName="text4" refType="w" fact="0.3677"/>
          <dgm:constr type="t" for="ch" forName="text4" refType="h" fact="0.1135"/>
          <dgm:constr type="w" for="ch" forName="text4" refType="w" fact="0.1425"/>
          <dgm:constr type="h" for="ch" forName="text4" refType="h" fact="0.2049"/>
          <dgm:constr type="l" for="ch" forName="text2" refType="w" fact="0.2452"/>
          <dgm:constr type="t" for="ch" forName="text2" refType="h" fact="0.2265"/>
          <dgm:constr type="w" for="ch" forName="text2" refType="w" fact="0.1425"/>
          <dgm:constr type="h" for="ch" forName="text2" refType="h" fact="0.2049"/>
          <dgm:constr type="l" for="ch" forName="image3" refType="w" fact="0.2452"/>
          <dgm:constr type="t" for="ch" forName="image3" refType="h" fact="0"/>
          <dgm:constr type="w" for="ch" forName="image3" refType="w" fact="0.1425"/>
          <dgm:constr type="h" for="ch" forName="image3" refType="h" fact="0.2049"/>
          <dgm:constr type="l" for="ch" forName="text1" refType="w" fact="0.1226"/>
          <dgm:constr type="t" for="ch" forName="text1" refType="h" fact="0.3404"/>
          <dgm:constr type="w" for="ch" forName="text1" refType="w" fact="0.1425"/>
          <dgm:constr type="h" for="ch" forName="text1" refType="h" fact="0.2049"/>
          <dgm:constr type="l" for="ch" forName="text3" refType="w" fact="0.1226"/>
          <dgm:constr type="t" for="ch" forName="text3" refType="h" fact="0.1139"/>
          <dgm:constr type="w" for="ch" forName="text3" refType="w" fact="0.1425"/>
          <dgm:constr type="h" for="ch" forName="text3" refType="h" fact="0.2049"/>
          <dgm:constr type="l" for="ch" forName="textaccent1" refType="w" fact="0.126"/>
          <dgm:constr type="t" for="ch" forName="textaccent1" refType="h" fact="0.432"/>
          <dgm:constr type="w" for="ch" forName="textaccent1" refType="w" fact="0.0166"/>
          <dgm:constr type="h" for="ch" forName="textaccent1" refType="h" fact="0.024"/>
          <dgm:constr type="l" for="ch" forName="image1" refType="w" fact="0"/>
          <dgm:constr type="t" for="ch" forName="image1" refType="h" fact="0.2272"/>
          <dgm:constr type="w" for="ch" forName="image1" refType="w" fact="0.1425"/>
          <dgm:constr type="h" for="ch" forName="image1" refType="h" fact="0.2049"/>
          <dgm:constr type="l" for="ch" forName="imageaccent1" refType="w" fact="0.0976"/>
          <dgm:constr type="t" for="ch" forName="imageaccent1" refType="h" fact="0.4048"/>
          <dgm:constr type="w" for="ch" forName="imageaccent1" refType="w" fact="0.0166"/>
          <dgm:constr type="h" for="ch" forName="imageaccent1" refType="h" fact="0.024"/>
          <dgm:constr type="l" for="ch" forName="textaccent2" refType="w" fact="0.3432"/>
          <dgm:constr type="t" for="ch" forName="textaccent2" refType="h" fact="0.4038"/>
          <dgm:constr type="w" for="ch" forName="textaccent2" refType="w" fact="0.0166"/>
          <dgm:constr type="h" for="ch" forName="textaccent2" refType="h" fact="0.024"/>
          <dgm:constr type="l" for="ch" forName="imageaccent2" refType="w" fact="0.3712"/>
          <dgm:constr type="t" for="ch" forName="imageaccent2" refType="h" fact="0.4312"/>
          <dgm:constr type="w" for="ch" forName="imageaccent2" refType="w" fact="0.0166"/>
          <dgm:constr type="h" for="ch" forName="imageaccent2" refType="h" fact="0.024"/>
          <dgm:constr type="l" for="ch" forName="textaccent3" refType="w" fact="0.2196"/>
          <dgm:constr type="t" for="ch" forName="textaccent3" refType="h" fact="0.1167"/>
          <dgm:constr type="w" for="ch" forName="textaccent3" refType="w" fact="0.0166"/>
          <dgm:constr type="h" for="ch" forName="textaccent3" refType="h" fact="0.024"/>
          <dgm:constr type="l" for="ch" forName="imageaccent3" refType="w" fact="0.2492"/>
          <dgm:constr type="t" for="ch" forName="imageaccent3" refType="h" fact="0.0908"/>
          <dgm:constr type="w" for="ch" forName="imageaccent3" refType="w" fact="0.0166"/>
          <dgm:constr type="h" for="ch" forName="imageaccent3" refType="h" fact="0.024"/>
          <dgm:constr type="l" for="ch" forName="textaccent4" refType="w" fact="0.491"/>
          <dgm:constr type="t" for="ch" forName="textaccent4" refType="h" fact="0.2042"/>
          <dgm:constr type="w" for="ch" forName="textaccent4" refType="w" fact="0.0166"/>
          <dgm:constr type="h" for="ch" forName="textaccent4" refType="h" fact="0.024"/>
          <dgm:constr type="l" for="ch" forName="imageaccent4" refType="w" fact="0.5181"/>
          <dgm:constr type="t" for="ch" forName="imageaccent4" refType="h" fact="0.2323"/>
          <dgm:constr type="w" for="ch" forName="imageaccent4" refType="w" fact="0.0166"/>
          <dgm:constr type="h" for="ch" forName="imageaccent4" refType="h" fact="0.024"/>
          <dgm:constr type="l" for="ch" forName="textaccent5" refType="w" fact="0.6136"/>
          <dgm:constr type="t" for="ch" forName="textaccent5" refType="h" fact="0.094"/>
          <dgm:constr type="w" for="ch" forName="textaccent5" refType="w" fact="0.0166"/>
          <dgm:constr type="h" for="ch" forName="textaccent5" refType="h" fact="0.024"/>
          <dgm:constr type="l" for="ch" forName="imageaccent5" refType="w" fact="0.6413"/>
          <dgm:constr type="t" for="ch" forName="imageaccent5" refType="h" fact="0.121"/>
          <dgm:constr type="w" for="ch" forName="imageaccent5" refType="w" fact="0.0166"/>
          <dgm:constr type="h" for="ch" forName="imageaccent5" refType="h" fact="0.024"/>
          <dgm:constr type="l" for="ch" forName="image6" refType="w" fact="0.4903"/>
          <dgm:constr type="t" for="ch" forName="image6" refType="h" fact="0.4548"/>
          <dgm:constr type="w" for="ch" forName="image6" refType="w" fact="0.1425"/>
          <dgm:constr type="h" for="ch" forName="image6" refType="h" fact="0.2049"/>
          <dgm:constr type="l" for="ch" forName="text6" refType="w" fact="0.6129"/>
          <dgm:constr type="t" for="ch" forName="text6" refType="h" fact="0.3426"/>
          <dgm:constr type="w" for="ch" forName="text6" refType="w" fact="0.1425"/>
          <dgm:constr type="h" for="ch" forName="text6" refType="h" fact="0.2049"/>
          <dgm:constr type="l" for="ch" forName="imageaccent6" refType="w" fact="0.6147"/>
          <dgm:constr type="t" for="ch" forName="imageaccent6" refType="h" fact="0.5447"/>
          <dgm:constr type="w" for="ch" forName="imageaccent6" refType="w" fact="0.0166"/>
          <dgm:constr type="h" for="ch" forName="imageaccent6" refType="h" fact="0.024"/>
          <dgm:constr type="l" for="ch" forName="textaccent6" refType="w" fact="0.6411"/>
          <dgm:constr type="t" for="ch" forName="textaccent6" refType="h" fact="0.5221"/>
          <dgm:constr type="w" for="ch" forName="textaccent6" refType="w" fact="0.0166"/>
          <dgm:constr type="h" for="ch" forName="textaccent6" refType="h" fact="0.024"/>
          <dgm:constr type="l" for="ch" forName="text7" refType="w" fact="0.2451"/>
          <dgm:constr type="t" for="ch" forName="text7" refType="h" fact="0.4535"/>
          <dgm:constr type="w" for="ch" forName="text7" refType="w" fact="0.1425"/>
          <dgm:constr type="h" for="ch" forName="text7" refType="h" fact="0.2049"/>
          <dgm:constr type="l" for="ch" forName="image7" refType="w" fact="0.1225"/>
          <dgm:constr type="t" for="ch" forName="image7" refType="h" fact="0.5674"/>
          <dgm:constr type="w" for="ch" forName="image7" refType="w" fact="0.1425"/>
          <dgm:constr type="h" for="ch" forName="image7" refType="h" fact="0.2049"/>
          <dgm:constr type="l" for="ch" forName="imageaccent7" refType="w" fact="0.2195"/>
          <dgm:constr type="t" for="ch" forName="imageaccent7" refType="h" fact="0.5703"/>
          <dgm:constr type="w" for="ch" forName="imageaccent7" refType="w" fact="0.0166"/>
          <dgm:constr type="h" for="ch" forName="imageaccent7" refType="h" fact="0.024"/>
          <dgm:constr type="l" for="ch" forName="textaccent7" refType="w" fact="0.2491"/>
          <dgm:constr type="t" for="ch" forName="textaccent7" refType="h" fact="0.5443"/>
          <dgm:constr type="w" for="ch" forName="textaccent7" refType="w" fact="0.0166"/>
          <dgm:constr type="h" for="ch" forName="textaccent7" refType="h" fact="0.024"/>
          <dgm:constr type="l" for="ch" forName="image8" refType="w" fact="0.6123"/>
          <dgm:constr type="t" for="ch" forName="image8" refType="h" fact="0.5696"/>
          <dgm:constr type="w" for="ch" forName="image8" refType="w" fact="0.1425"/>
          <dgm:constr type="h" for="ch" forName="image8" refType="h" fact="0.2049"/>
          <dgm:constr type="l" for="ch" forName="text8" refType="w" fact="0.7349"/>
          <dgm:constr type="t" for="ch" forName="text8" refType="h" fact="0.4574"/>
          <dgm:constr type="w" for="ch" forName="text8" refType="w" fact="0.1425"/>
          <dgm:constr type="h" for="ch" forName="text8" refType="h" fact="0.2049"/>
          <dgm:constr type="l" for="ch" forName="imageaccent8" refType="w" fact="0.7367"/>
          <dgm:constr type="t" for="ch" forName="imageaccent8" refType="h" fact="0.6595"/>
          <dgm:constr type="w" for="ch" forName="imageaccent8" refType="w" fact="0.0166"/>
          <dgm:constr type="h" for="ch" forName="imageaccent8" refType="h" fact="0.024"/>
          <dgm:constr type="l" for="ch" forName="textaccent8" refType="w" fact="0.7631"/>
          <dgm:constr type="t" for="ch" forName="textaccent8" refType="h" fact="0.6369"/>
          <dgm:constr type="w" for="ch" forName="textaccent8" refType="w" fact="0.0166"/>
          <dgm:constr type="h" for="ch" forName="textaccent8" refType="h" fact="0.024"/>
          <dgm:constr type="l" for="ch" forName="text9" refType="w" fact="0.7354"/>
          <dgm:constr type="t" for="ch" forName="text9" refType="h" fact="0.0044"/>
          <dgm:constr type="w" for="ch" forName="text9" refType="w" fact="0.1425"/>
          <dgm:constr type="h" for="ch" forName="text9" refType="h" fact="0.2049"/>
          <dgm:constr type="l" for="ch" forName="textaccent9" refType="w" fact="0.8339"/>
          <dgm:constr type="t" for="ch" forName="textaccent9" refType="h" fact="0.1846"/>
          <dgm:constr type="w" for="ch" forName="textaccent9" refType="w" fact="0.0166"/>
          <dgm:constr type="h" for="ch" forName="textaccent9" refType="h" fact="0.024"/>
          <dgm:constr type="l" for="ch" forName="image9" refType="w" fact="0.7354"/>
          <dgm:constr type="t" for="ch" forName="image9" refType="h" fact="0.2306"/>
          <dgm:constr type="w" for="ch" forName="image9" refType="w" fact="0.1425"/>
          <dgm:constr type="h" for="ch" forName="image9" refType="h" fact="0.2049"/>
          <dgm:constr type="l" for="ch" forName="imageaccent9" refType="w" fact="0.8339"/>
          <dgm:constr type="t" for="ch" forName="imageaccent9" refType="h" fact="0.2318"/>
          <dgm:constr type="w" for="ch" forName="imageaccent9" refType="w" fact="0.0166"/>
          <dgm:constr type="h" for="ch" forName="imageaccent9" refType="h" fact="0.024"/>
          <dgm:constr type="l" for="ch" forName="image10" refType="w" fact="0.2446"/>
          <dgm:constr type="t" for="ch" forName="image10" refType="h" fact="0.6805"/>
          <dgm:constr type="w" for="ch" forName="image10" refType="w" fact="0.1425"/>
          <dgm:constr type="h" for="ch" forName="image10" refType="h" fact="0.2049"/>
          <dgm:constr type="l" for="ch" forName="text10" refType="w" fact="0.3672"/>
          <dgm:constr type="t" for="ch" forName="text10" refType="h" fact="0.5683"/>
          <dgm:constr type="w" for="ch" forName="text10" refType="w" fact="0.1425"/>
          <dgm:constr type="h" for="ch" forName="text10" refType="h" fact="0.2049"/>
          <dgm:constr type="l" for="ch" forName="imageaccent10" refType="w" fact="0.369"/>
          <dgm:constr type="t" for="ch" forName="imageaccent10" refType="h" fact="0.7704"/>
          <dgm:constr type="w" for="ch" forName="imageaccent10" refType="w" fact="0.0166"/>
          <dgm:constr type="h" for="ch" forName="imageaccent10" refType="h" fact="0.024"/>
          <dgm:constr type="l" for="ch" forName="textaccent10" refType="w" fact="0.3954"/>
          <dgm:constr type="t" for="ch" forName="textaccent10" refType="h" fact="0.7478"/>
          <dgm:constr type="w" for="ch" forName="textaccent10" refType="w" fact="0.0166"/>
          <dgm:constr type="h" for="ch" forName="textaccent10" refType="h" fact="0.024"/>
          <dgm:constr type="l" for="ch" forName="text11" refType="w" fact="0.612"/>
          <dgm:constr type="t" for="ch" forName="text11" refType="h" fact="0.7951"/>
          <dgm:constr type="w" for="ch" forName="text11" refType="w" fact="0.1425"/>
          <dgm:constr type="h" for="ch" forName="text11" refType="h" fact="0.2049"/>
          <dgm:constr type="l" for="ch" forName="image11" refType="w" fact="0.4894"/>
          <dgm:constr type="t" for="ch" forName="image11" refType="h" fact="0.6816"/>
          <dgm:constr type="w" for="ch" forName="image11" refType="w" fact="0.1425"/>
          <dgm:constr type="h" for="ch" forName="image11" refType="h" fact="0.2049"/>
          <dgm:constr type="l" for="ch" forName="imageaccent11" refType="w" fact="0.5874"/>
          <dgm:constr type="t" for="ch" forName="imageaccent11" refType="h" fact="0.8589"/>
          <dgm:constr type="w" for="ch" forName="imageaccent11" refType="w" fact="0.0166"/>
          <dgm:constr type="h" for="ch" forName="imageaccent11" refType="h" fact="0.024"/>
          <dgm:constr type="l" for="ch" forName="textaccent11" refType="w" fact="0.6154"/>
          <dgm:constr type="t" for="ch" forName="textaccent11" refType="h" fact="0.8863"/>
          <dgm:constr type="w" for="ch" forName="textaccent11" refType="w" fact="0.0166"/>
          <dgm:constr type="h" for="ch" forName="textaccent11" refType="h" fact="0.024"/>
          <dgm:constr type="l" for="ch" forName="text12" refType="w" fact="0.735"/>
          <dgm:constr type="t" for="ch" forName="text12" refType="h" fact="0.684"/>
          <dgm:constr type="w" for="ch" forName="text12" refType="w" fact="0.1425"/>
          <dgm:constr type="h" for="ch" forName="text12" refType="h" fact="0.2049"/>
          <dgm:constr type="l" for="ch" forName="image12" refType="w" fact="0.8575"/>
          <dgm:constr type="t" for="ch" forName="image12" refType="h" fact="0.5718"/>
          <dgm:constr type="w" for="ch" forName="image12" refType="w" fact="0.1425"/>
          <dgm:constr type="h" for="ch" forName="image12" refType="h" fact="0.2049"/>
          <dgm:constr type="l" for="ch" forName="textaccent12" refType="w" fact="0.8594"/>
          <dgm:constr type="t" for="ch" forName="textaccent12" refType="h" fact="0.7739"/>
          <dgm:constr type="w" for="ch" forName="textaccent12" refType="w" fact="0.0166"/>
          <dgm:constr type="h" for="ch" forName="textaccent12" refType="h" fact="0.024"/>
          <dgm:constr type="l" for="ch" forName="imageaccent12" refType="w" fact="0.8858"/>
          <dgm:constr type="t" for="ch" forName="imageaccent12" refType="h" fact="0.7513"/>
          <dgm:constr type="w" for="ch" forName="imageaccent12" refType="w" fact="0.0166"/>
          <dgm:constr type="h" for="ch" forName="imageaccent12" refType="h" fact="0.024"/>
        </dgm:constrLst>
      </dgm:else>
    </dgm:choose>
    <dgm:forEach name="wrapper" axis="self" ptType="parTrans">
      <dgm:forEach name="wrapper2" axis="self" ptType="sibTrans" st="2">
        <dgm:forEach name="textRepeat" axis="self">
          <dgm:layoutNode name="textRepeatNode" styleLbl="alignNode1">
            <dgm:varLst>
              <dgm:chMax val="0"/>
              <dgm:chPref val="0"/>
              <dgm:bulletEnabled val="1"/>
            </dgm:varLst>
            <dgm:alg type="tx"/>
            <dgm:shape xmlns:r="http://schemas.openxmlformats.org/officeDocument/2006/relationships" type="hexagon" r:blip="">
              <dgm:adjLst>
                <dgm:adj idx="1" val="0.25"/>
                <dgm:adj idx="2" val="1.1547"/>
              </dgm:adjLst>
            </dgm:shape>
            <dgm:presOf axis="desOrSelf" ptType="node"/>
            <dgm:constrLst>
              <dgm:constr type="lMarg" refType="primFontSz" fact="0"/>
              <dgm:constr type="rMarg" refType="primFontSz" fact="0"/>
              <dgm:constr type="tMarg" refType="primFontSz" fact="0.1"/>
              <dgm:constr type="bMarg" refType="primFontSz" fact="0.1"/>
            </dgm:constrLst>
            <dgm:ruleLst>
              <dgm:rule type="primFontSz" val="5" fact="NaN" max="NaN"/>
            </dgm:ruleLst>
          </dgm:layoutNode>
        </dgm:forEach>
        <dgm:forEach name="accentRepeat" axis="self">
          <dgm:layoutNode name="accentRepeatNode" styleLbl="solidAlignAcc1">
            <dgm:alg type="sp"/>
            <dgm:shape xmlns:r="http://schemas.openxmlformats.org/officeDocument/2006/relationships" type="hexagon" r:blip="">
              <dgm:adjLst>
                <dgm:adj idx="1" val="0.25"/>
                <dgm:adj idx="2" val="1.1547"/>
              </dgm:adjLst>
            </dgm:shape>
            <dgm:presOf/>
          </dgm:layoutNode>
        </dgm:forEach>
        <dgm:forEach name="imageRepeat" axis="self">
          <dgm:layoutNode name="imageRepeatNode" styleLbl="alignAcc1">
            <dgm:alg type="sp"/>
            <dgm:shape xmlns:r="http://schemas.openxmlformats.org/officeDocument/2006/relationships" type="hexagon" r:blip="" blipPhldr="1">
              <dgm:adjLst>
                <dgm:adj idx="1" val="0.25"/>
                <dgm:adj idx="2" val="1.1547"/>
              </dgm:adjLst>
            </dgm:shape>
            <dgm:presOf axis="self"/>
          </dgm:layoutNode>
        </dgm:forEach>
      </dgm:forEach>
    </dgm:forEach>
    <dgm:forEach name="Name14" axis="ch" ptType="node" cnt="1">
      <dgm:layoutNode name="text1">
        <dgm:alg type="sp"/>
        <dgm:shape xmlns:r="http://schemas.openxmlformats.org/officeDocument/2006/relationships" r:blip="">
          <dgm:adjLst/>
        </dgm:shape>
        <dgm:presOf/>
        <dgm:constrLst/>
        <dgm:forEach name="Name15" ref="textRepeat"/>
      </dgm:layoutNode>
      <dgm:layoutNode name="textaccent1">
        <dgm:alg type="sp"/>
        <dgm:shape xmlns:r="http://schemas.openxmlformats.org/officeDocument/2006/relationships" r:blip="">
          <dgm:adjLst/>
        </dgm:shape>
        <dgm:presOf/>
        <dgm:constrLst/>
        <dgm:forEach name="Name16" ref="accentRepeat"/>
      </dgm:layoutNode>
    </dgm:forEach>
    <dgm:forEach name="Name17" axis="ch" ptType="sibTrans" hideLastTrans="0" cnt="1">
      <dgm:layoutNode name="image1">
        <dgm:alg type="sp"/>
        <dgm:shape xmlns:r="http://schemas.openxmlformats.org/officeDocument/2006/relationships" r:blip="">
          <dgm:adjLst/>
        </dgm:shape>
        <dgm:presOf/>
        <dgm:constrLst/>
        <dgm:forEach name="Name18" ref="imageRepeat"/>
      </dgm:layoutNode>
      <dgm:layoutNode name="imageaccent1">
        <dgm:alg type="sp"/>
        <dgm:shape xmlns:r="http://schemas.openxmlformats.org/officeDocument/2006/relationships" r:blip="">
          <dgm:adjLst/>
        </dgm:shape>
        <dgm:presOf/>
        <dgm:constrLst/>
        <dgm:forEach name="Name19" ref="accentRepeat"/>
      </dgm:layoutNode>
    </dgm:forEach>
    <dgm:forEach name="Name20" axis="ch" ptType="node" st="2" cnt="1">
      <dgm:layoutNode name="text2">
        <dgm:alg type="sp"/>
        <dgm:shape xmlns:r="http://schemas.openxmlformats.org/officeDocument/2006/relationships" r:blip="">
          <dgm:adjLst/>
        </dgm:shape>
        <dgm:presOf/>
        <dgm:constrLst/>
        <dgm:forEach name="Name21" ref="textRepeat"/>
      </dgm:layoutNode>
      <dgm:layoutNode name="textaccent2">
        <dgm:alg type="sp"/>
        <dgm:shape xmlns:r="http://schemas.openxmlformats.org/officeDocument/2006/relationships" r:blip="">
          <dgm:adjLst/>
        </dgm:shape>
        <dgm:presOf/>
        <dgm:constrLst/>
        <dgm:forEach name="Name22" ref="accentRepeat"/>
      </dgm:layoutNode>
    </dgm:forEach>
    <dgm:forEach name="Name23" axis="ch" ptType="sibTrans" hideLastTrans="0" st="2" cnt="1">
      <dgm:layoutNode name="image2">
        <dgm:alg type="sp"/>
        <dgm:shape xmlns:r="http://schemas.openxmlformats.org/officeDocument/2006/relationships" r:blip="">
          <dgm:adjLst/>
        </dgm:shape>
        <dgm:presOf/>
        <dgm:constrLst/>
        <dgm:forEach name="Name24" ref="imageRepeat"/>
      </dgm:layoutNode>
      <dgm:layoutNode name="imageaccent2">
        <dgm:alg type="sp"/>
        <dgm:shape xmlns:r="http://schemas.openxmlformats.org/officeDocument/2006/relationships" r:blip="">
          <dgm:adjLst/>
        </dgm:shape>
        <dgm:presOf/>
        <dgm:constrLst/>
        <dgm:forEach name="Name25" ref="accentRepeat"/>
      </dgm:layoutNode>
    </dgm:forEach>
    <dgm:forEach name="Name26" axis="ch" ptType="node" st="3" cnt="1">
      <dgm:layoutNode name="text3">
        <dgm:alg type="sp"/>
        <dgm:shape xmlns:r="http://schemas.openxmlformats.org/officeDocument/2006/relationships" r:blip="">
          <dgm:adjLst/>
        </dgm:shape>
        <dgm:presOf/>
        <dgm:constrLst/>
        <dgm:forEach name="Name27" ref="textRepeat"/>
      </dgm:layoutNode>
      <dgm:layoutNode name="textaccent3">
        <dgm:alg type="sp"/>
        <dgm:shape xmlns:r="http://schemas.openxmlformats.org/officeDocument/2006/relationships" r:blip="">
          <dgm:adjLst/>
        </dgm:shape>
        <dgm:presOf/>
        <dgm:constrLst/>
        <dgm:forEach name="Name28" ref="accentRepeat"/>
      </dgm:layoutNode>
    </dgm:forEach>
    <dgm:forEach name="Name29" axis="ch" ptType="sibTrans" hideLastTrans="0" st="3" cnt="1">
      <dgm:layoutNode name="image3">
        <dgm:alg type="sp"/>
        <dgm:shape xmlns:r="http://schemas.openxmlformats.org/officeDocument/2006/relationships" r:blip="">
          <dgm:adjLst/>
        </dgm:shape>
        <dgm:presOf/>
        <dgm:constrLst/>
        <dgm:forEach name="Name30" ref="imageRepeat"/>
      </dgm:layoutNode>
      <dgm:layoutNode name="imageaccent3">
        <dgm:alg type="sp"/>
        <dgm:shape xmlns:r="http://schemas.openxmlformats.org/officeDocument/2006/relationships" r:blip="">
          <dgm:adjLst/>
        </dgm:shape>
        <dgm:presOf/>
        <dgm:constrLst/>
        <dgm:forEach name="Name31" ref="accentRepeat"/>
      </dgm:layoutNode>
    </dgm:forEach>
    <dgm:forEach name="Name32" axis="ch" ptType="node" st="4" cnt="1">
      <dgm:layoutNode name="text4">
        <dgm:alg type="sp"/>
        <dgm:shape xmlns:r="http://schemas.openxmlformats.org/officeDocument/2006/relationships" r:blip="">
          <dgm:adjLst/>
        </dgm:shape>
        <dgm:presOf/>
        <dgm:constrLst/>
        <dgm:forEach name="Name33" ref="textRepeat"/>
      </dgm:layoutNode>
      <dgm:layoutNode name="textaccent4">
        <dgm:alg type="sp"/>
        <dgm:shape xmlns:r="http://schemas.openxmlformats.org/officeDocument/2006/relationships" r:blip="">
          <dgm:adjLst/>
        </dgm:shape>
        <dgm:presOf/>
        <dgm:constrLst/>
        <dgm:forEach name="Name34" ref="accentRepeat"/>
      </dgm:layoutNode>
    </dgm:forEach>
    <dgm:forEach name="Name35" axis="ch" ptType="sibTrans" hideLastTrans="0" st="4" cnt="1">
      <dgm:layoutNode name="image4">
        <dgm:alg type="sp"/>
        <dgm:shape xmlns:r="http://schemas.openxmlformats.org/officeDocument/2006/relationships" r:blip="">
          <dgm:adjLst/>
        </dgm:shape>
        <dgm:presOf/>
        <dgm:constrLst/>
        <dgm:forEach name="Name36" ref="imageRepeat"/>
      </dgm:layoutNode>
      <dgm:layoutNode name="imageaccent4">
        <dgm:alg type="sp"/>
        <dgm:shape xmlns:r="http://schemas.openxmlformats.org/officeDocument/2006/relationships" r:blip="">
          <dgm:adjLst/>
        </dgm:shape>
        <dgm:presOf/>
        <dgm:constrLst/>
        <dgm:forEach name="Name37" ref="accentRepeat"/>
      </dgm:layoutNode>
    </dgm:forEach>
    <dgm:forEach name="Name38" axis="ch" ptType="node" st="5" cnt="1">
      <dgm:layoutNode name="text5">
        <dgm:alg type="sp"/>
        <dgm:shape xmlns:r="http://schemas.openxmlformats.org/officeDocument/2006/relationships" r:blip="">
          <dgm:adjLst/>
        </dgm:shape>
        <dgm:presOf/>
        <dgm:constrLst/>
        <dgm:forEach name="Name39" ref="textRepeat"/>
      </dgm:layoutNode>
      <dgm:layoutNode name="textaccent5">
        <dgm:alg type="sp"/>
        <dgm:shape xmlns:r="http://schemas.openxmlformats.org/officeDocument/2006/relationships" r:blip="">
          <dgm:adjLst/>
        </dgm:shape>
        <dgm:presOf/>
        <dgm:constrLst/>
        <dgm:forEach name="Name40" ref="accentRepeat"/>
      </dgm:layoutNode>
    </dgm:forEach>
    <dgm:forEach name="Name41" axis="ch" ptType="sibTrans" hideLastTrans="0" st="5" cnt="1">
      <dgm:layoutNode name="image5">
        <dgm:alg type="sp"/>
        <dgm:shape xmlns:r="http://schemas.openxmlformats.org/officeDocument/2006/relationships" r:blip="">
          <dgm:adjLst/>
        </dgm:shape>
        <dgm:presOf/>
        <dgm:constrLst/>
        <dgm:forEach name="Name42" ref="imageRepeat"/>
      </dgm:layoutNode>
      <dgm:layoutNode name="imageaccent5">
        <dgm:alg type="sp"/>
        <dgm:shape xmlns:r="http://schemas.openxmlformats.org/officeDocument/2006/relationships" r:blip="">
          <dgm:adjLst/>
        </dgm:shape>
        <dgm:presOf/>
        <dgm:constrLst/>
        <dgm:forEach name="Name43" ref="accentRepeat"/>
      </dgm:layoutNode>
    </dgm:forEach>
    <dgm:forEach name="Name44" axis="ch" ptType="node" st="6" cnt="1">
      <dgm:layoutNode name="text6">
        <dgm:alg type="sp"/>
        <dgm:shape xmlns:r="http://schemas.openxmlformats.org/officeDocument/2006/relationships" r:blip="">
          <dgm:adjLst/>
        </dgm:shape>
        <dgm:presOf/>
        <dgm:constrLst/>
        <dgm:forEach name="Name45" ref="textRepeat"/>
      </dgm:layoutNode>
      <dgm:layoutNode name="textaccent6">
        <dgm:alg type="sp"/>
        <dgm:shape xmlns:r="http://schemas.openxmlformats.org/officeDocument/2006/relationships" r:blip="">
          <dgm:adjLst/>
        </dgm:shape>
        <dgm:presOf/>
        <dgm:constrLst/>
        <dgm:forEach name="Name46" ref="accentRepeat"/>
      </dgm:layoutNode>
    </dgm:forEach>
    <dgm:forEach name="Name47" axis="ch" ptType="sibTrans" hideLastTrans="0" st="6" cnt="1">
      <dgm:layoutNode name="image6">
        <dgm:alg type="sp"/>
        <dgm:shape xmlns:r="http://schemas.openxmlformats.org/officeDocument/2006/relationships" r:blip="">
          <dgm:adjLst/>
        </dgm:shape>
        <dgm:presOf/>
        <dgm:constrLst/>
        <dgm:forEach name="Name48" ref="imageRepeat"/>
      </dgm:layoutNode>
      <dgm:layoutNode name="imageaccent6">
        <dgm:alg type="sp"/>
        <dgm:shape xmlns:r="http://schemas.openxmlformats.org/officeDocument/2006/relationships" r:blip="">
          <dgm:adjLst/>
        </dgm:shape>
        <dgm:presOf/>
        <dgm:constrLst/>
        <dgm:forEach name="Name49" ref="accentRepeat"/>
      </dgm:layoutNode>
    </dgm:forEach>
    <dgm:forEach name="Name50" axis="ch" ptType="node" st="7" cnt="1">
      <dgm:layoutNode name="text7">
        <dgm:alg type="sp"/>
        <dgm:shape xmlns:r="http://schemas.openxmlformats.org/officeDocument/2006/relationships" r:blip="">
          <dgm:adjLst/>
        </dgm:shape>
        <dgm:presOf/>
        <dgm:constrLst/>
        <dgm:forEach name="Name51" ref="textRepeat"/>
      </dgm:layoutNode>
      <dgm:layoutNode name="textaccent7">
        <dgm:alg type="sp"/>
        <dgm:shape xmlns:r="http://schemas.openxmlformats.org/officeDocument/2006/relationships" r:blip="">
          <dgm:adjLst/>
        </dgm:shape>
        <dgm:presOf/>
        <dgm:constrLst/>
        <dgm:forEach name="Name52" ref="accentRepeat"/>
      </dgm:layoutNode>
    </dgm:forEach>
    <dgm:forEach name="Name53" axis="ch" ptType="sibTrans" hideLastTrans="0" st="7" cnt="1">
      <dgm:layoutNode name="image7">
        <dgm:alg type="sp"/>
        <dgm:shape xmlns:r="http://schemas.openxmlformats.org/officeDocument/2006/relationships" r:blip="">
          <dgm:adjLst/>
        </dgm:shape>
        <dgm:presOf/>
        <dgm:constrLst/>
        <dgm:forEach name="Name54" ref="imageRepeat"/>
      </dgm:layoutNode>
      <dgm:layoutNode name="imageaccent7">
        <dgm:alg type="sp"/>
        <dgm:shape xmlns:r="http://schemas.openxmlformats.org/officeDocument/2006/relationships" r:blip="">
          <dgm:adjLst/>
        </dgm:shape>
        <dgm:presOf/>
        <dgm:constrLst/>
        <dgm:forEach name="Name55" ref="accentRepeat"/>
      </dgm:layoutNode>
    </dgm:forEach>
    <dgm:forEach name="Name56" axis="ch" ptType="node" st="8" cnt="1">
      <dgm:layoutNode name="text8">
        <dgm:alg type="sp"/>
        <dgm:shape xmlns:r="http://schemas.openxmlformats.org/officeDocument/2006/relationships" r:blip="">
          <dgm:adjLst/>
        </dgm:shape>
        <dgm:presOf/>
        <dgm:constrLst/>
        <dgm:forEach name="Name57" ref="textRepeat"/>
      </dgm:layoutNode>
      <dgm:layoutNode name="textaccent8">
        <dgm:alg type="sp"/>
        <dgm:shape xmlns:r="http://schemas.openxmlformats.org/officeDocument/2006/relationships" r:blip="">
          <dgm:adjLst/>
        </dgm:shape>
        <dgm:presOf/>
        <dgm:constrLst/>
        <dgm:forEach name="Name58" ref="accentRepeat"/>
      </dgm:layoutNode>
    </dgm:forEach>
    <dgm:forEach name="Name59" axis="ch" ptType="sibTrans" hideLastTrans="0" st="8" cnt="1">
      <dgm:layoutNode name="image8">
        <dgm:alg type="sp"/>
        <dgm:shape xmlns:r="http://schemas.openxmlformats.org/officeDocument/2006/relationships" r:blip="">
          <dgm:adjLst/>
        </dgm:shape>
        <dgm:presOf/>
        <dgm:constrLst/>
        <dgm:forEach name="Name60" ref="imageRepeat"/>
      </dgm:layoutNode>
      <dgm:layoutNode name="imageaccent8">
        <dgm:alg type="sp"/>
        <dgm:shape xmlns:r="http://schemas.openxmlformats.org/officeDocument/2006/relationships" r:blip="">
          <dgm:adjLst/>
        </dgm:shape>
        <dgm:presOf/>
        <dgm:constrLst/>
        <dgm:forEach name="Name61" ref="accentRepeat"/>
      </dgm:layoutNode>
    </dgm:forEach>
    <dgm:forEach name="Name62" axis="ch" ptType="node" st="9" cnt="1">
      <dgm:layoutNode name="text9">
        <dgm:alg type="sp"/>
        <dgm:shape xmlns:r="http://schemas.openxmlformats.org/officeDocument/2006/relationships" r:blip="">
          <dgm:adjLst/>
        </dgm:shape>
        <dgm:presOf/>
        <dgm:constrLst/>
        <dgm:forEach name="Name63" ref="textRepeat"/>
      </dgm:layoutNode>
      <dgm:layoutNode name="textaccent9">
        <dgm:alg type="sp"/>
        <dgm:shape xmlns:r="http://schemas.openxmlformats.org/officeDocument/2006/relationships" r:blip="">
          <dgm:adjLst/>
        </dgm:shape>
        <dgm:presOf/>
        <dgm:constrLst/>
        <dgm:forEach name="Name64" ref="accentRepeat"/>
      </dgm:layoutNode>
    </dgm:forEach>
    <dgm:forEach name="Name65" axis="ch" ptType="sibTrans" hideLastTrans="0" st="9" cnt="1">
      <dgm:layoutNode name="image9">
        <dgm:alg type="sp"/>
        <dgm:shape xmlns:r="http://schemas.openxmlformats.org/officeDocument/2006/relationships" r:blip="">
          <dgm:adjLst/>
        </dgm:shape>
        <dgm:presOf/>
        <dgm:constrLst/>
        <dgm:forEach name="Name66" ref="imageRepeat"/>
      </dgm:layoutNode>
      <dgm:layoutNode name="imageaccent9">
        <dgm:alg type="sp"/>
        <dgm:shape xmlns:r="http://schemas.openxmlformats.org/officeDocument/2006/relationships" r:blip="">
          <dgm:adjLst/>
        </dgm:shape>
        <dgm:presOf/>
        <dgm:constrLst/>
        <dgm:forEach name="Name67" ref="accentRepeat"/>
      </dgm:layoutNode>
    </dgm:forEach>
    <dgm:forEach name="Name68" axis="ch" ptType="node" st="10" cnt="1">
      <dgm:layoutNode name="text10">
        <dgm:alg type="sp"/>
        <dgm:shape xmlns:r="http://schemas.openxmlformats.org/officeDocument/2006/relationships" r:blip="">
          <dgm:adjLst/>
        </dgm:shape>
        <dgm:presOf/>
        <dgm:constrLst/>
        <dgm:forEach name="Name69" ref="textRepeat"/>
      </dgm:layoutNode>
      <dgm:layoutNode name="textaccent10">
        <dgm:alg type="sp"/>
        <dgm:shape xmlns:r="http://schemas.openxmlformats.org/officeDocument/2006/relationships" r:blip="">
          <dgm:adjLst/>
        </dgm:shape>
        <dgm:presOf/>
        <dgm:constrLst/>
        <dgm:forEach name="Name70" ref="accentRepeat"/>
      </dgm:layoutNode>
    </dgm:forEach>
    <dgm:forEach name="Name71" axis="ch" ptType="sibTrans" hideLastTrans="0" st="10" cnt="1">
      <dgm:layoutNode name="image10">
        <dgm:alg type="sp"/>
        <dgm:shape xmlns:r="http://schemas.openxmlformats.org/officeDocument/2006/relationships" r:blip="">
          <dgm:adjLst/>
        </dgm:shape>
        <dgm:presOf/>
        <dgm:constrLst/>
        <dgm:forEach name="Name72" ref="imageRepeat"/>
      </dgm:layoutNode>
      <dgm:layoutNode name="imageaccent10">
        <dgm:alg type="sp"/>
        <dgm:shape xmlns:r="http://schemas.openxmlformats.org/officeDocument/2006/relationships" r:blip="">
          <dgm:adjLst/>
        </dgm:shape>
        <dgm:presOf/>
        <dgm:constrLst/>
        <dgm:forEach name="Name73" ref="accentRepeat"/>
      </dgm:layoutNode>
    </dgm:forEach>
    <dgm:forEach name="Name74" axis="ch" ptType="node" st="11" cnt="1">
      <dgm:layoutNode name="text11">
        <dgm:alg type="sp"/>
        <dgm:shape xmlns:r="http://schemas.openxmlformats.org/officeDocument/2006/relationships" r:blip="">
          <dgm:adjLst/>
        </dgm:shape>
        <dgm:presOf/>
        <dgm:constrLst/>
        <dgm:forEach name="Name75" ref="textRepeat"/>
      </dgm:layoutNode>
      <dgm:layoutNode name="textaccent11">
        <dgm:alg type="sp"/>
        <dgm:shape xmlns:r="http://schemas.openxmlformats.org/officeDocument/2006/relationships" r:blip="">
          <dgm:adjLst/>
        </dgm:shape>
        <dgm:presOf/>
        <dgm:constrLst/>
        <dgm:forEach name="Name76" ref="accentRepeat"/>
      </dgm:layoutNode>
    </dgm:forEach>
    <dgm:forEach name="Name77" axis="ch" ptType="sibTrans" hideLastTrans="0" st="11" cnt="1">
      <dgm:layoutNode name="image11">
        <dgm:alg type="sp"/>
        <dgm:shape xmlns:r="http://schemas.openxmlformats.org/officeDocument/2006/relationships" r:blip="">
          <dgm:adjLst/>
        </dgm:shape>
        <dgm:presOf/>
        <dgm:constrLst/>
        <dgm:forEach name="Name78" ref="imageRepeat"/>
      </dgm:layoutNode>
      <dgm:layoutNode name="imageaccent11">
        <dgm:alg type="sp"/>
        <dgm:shape xmlns:r="http://schemas.openxmlformats.org/officeDocument/2006/relationships" r:blip="">
          <dgm:adjLst/>
        </dgm:shape>
        <dgm:presOf/>
        <dgm:constrLst/>
        <dgm:forEach name="Name79" ref="accentRepeat"/>
      </dgm:layoutNode>
    </dgm:forEach>
    <dgm:forEach name="Name80" axis="ch" ptType="node" st="12" cnt="1">
      <dgm:layoutNode name="text12">
        <dgm:alg type="sp"/>
        <dgm:shape xmlns:r="http://schemas.openxmlformats.org/officeDocument/2006/relationships" r:blip="">
          <dgm:adjLst/>
        </dgm:shape>
        <dgm:presOf/>
        <dgm:constrLst/>
        <dgm:forEach name="Name81" ref="textRepeat"/>
      </dgm:layoutNode>
      <dgm:layoutNode name="textaccent12">
        <dgm:alg type="sp"/>
        <dgm:shape xmlns:r="http://schemas.openxmlformats.org/officeDocument/2006/relationships" r:blip="">
          <dgm:adjLst/>
        </dgm:shape>
        <dgm:presOf/>
        <dgm:constrLst/>
        <dgm:forEach name="Name82" ref="accentRepeat"/>
      </dgm:layoutNode>
    </dgm:forEach>
    <dgm:forEach name="Name83" axis="ch" ptType="sibTrans" hideLastTrans="0" st="12" cnt="1">
      <dgm:layoutNode name="image12">
        <dgm:alg type="sp"/>
        <dgm:shape xmlns:r="http://schemas.openxmlformats.org/officeDocument/2006/relationships" r:blip="">
          <dgm:adjLst/>
        </dgm:shape>
        <dgm:presOf/>
        <dgm:constrLst/>
        <dgm:forEach name="Name84" ref="imageRepeat"/>
      </dgm:layoutNode>
      <dgm:layoutNode name="imageaccent12">
        <dgm:alg type="sp"/>
        <dgm:shape xmlns:r="http://schemas.openxmlformats.org/officeDocument/2006/relationships" r:blip="">
          <dgm:adjLst/>
        </dgm:shape>
        <dgm:presOf/>
        <dgm:constrLst/>
        <dgm:forEach name="Name85" ref="accentRepea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smtClean="0"/>
              <a:t>Haga clic para modificar el estilo de título del patrón</a:t>
            </a:r>
            <a:endParaRPr lang="en-US"/>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editar el estilo de subtítulo del patrón</a:t>
            </a:r>
            <a:endParaRPr lang="en-US"/>
          </a:p>
        </p:txBody>
      </p:sp>
      <p:sp>
        <p:nvSpPr>
          <p:cNvPr id="4" name="Marcador de fecha 3"/>
          <p:cNvSpPr>
            <a:spLocks noGrp="1"/>
          </p:cNvSpPr>
          <p:nvPr>
            <p:ph type="dt" sz="half" idx="10"/>
          </p:nvPr>
        </p:nvSpPr>
        <p:spPr/>
        <p:txBody>
          <a:bodyPr/>
          <a:lstStyle/>
          <a:p>
            <a:fld id="{F2BEB3F6-D468-42D4-AE1D-C922204747F6}" type="datetimeFigureOut">
              <a:rPr lang="en-US" smtClean="0"/>
              <a:t>3/2/2026</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3763F9DD-C682-40CB-B6A9-9C2CA059111D}" type="slidenum">
              <a:rPr lang="en-US" smtClean="0"/>
              <a:t>‹Nº›</a:t>
            </a:fld>
            <a:endParaRPr lang="en-US"/>
          </a:p>
        </p:txBody>
      </p:sp>
    </p:spTree>
    <p:extLst>
      <p:ext uri="{BB962C8B-B14F-4D97-AF65-F5344CB8AC3E}">
        <p14:creationId xmlns:p14="http://schemas.microsoft.com/office/powerpoint/2010/main" val="32226805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n-US"/>
          </a:p>
        </p:txBody>
      </p:sp>
      <p:sp>
        <p:nvSpPr>
          <p:cNvPr id="3" name="Marcador de contenido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Marcador de fecha 3"/>
          <p:cNvSpPr>
            <a:spLocks noGrp="1"/>
          </p:cNvSpPr>
          <p:nvPr>
            <p:ph type="dt" sz="half" idx="10"/>
          </p:nvPr>
        </p:nvSpPr>
        <p:spPr/>
        <p:txBody>
          <a:bodyPr/>
          <a:lstStyle/>
          <a:p>
            <a:fld id="{F2BEB3F6-D468-42D4-AE1D-C922204747F6}" type="datetimeFigureOut">
              <a:rPr lang="en-US" smtClean="0"/>
              <a:t>3/2/2026</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3763F9DD-C682-40CB-B6A9-9C2CA059111D}" type="slidenum">
              <a:rPr lang="en-US" smtClean="0"/>
              <a:t>‹Nº›</a:t>
            </a:fld>
            <a:endParaRPr lang="en-US"/>
          </a:p>
        </p:txBody>
      </p:sp>
    </p:spTree>
    <p:extLst>
      <p:ext uri="{BB962C8B-B14F-4D97-AF65-F5344CB8AC3E}">
        <p14:creationId xmlns:p14="http://schemas.microsoft.com/office/powerpoint/2010/main" val="2330089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n-US"/>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Editar el estilo de texto del patrón</a:t>
            </a:r>
          </a:p>
        </p:txBody>
      </p:sp>
      <p:sp>
        <p:nvSpPr>
          <p:cNvPr id="4" name="Marcador de fecha 3"/>
          <p:cNvSpPr>
            <a:spLocks noGrp="1"/>
          </p:cNvSpPr>
          <p:nvPr>
            <p:ph type="dt" sz="half" idx="10"/>
          </p:nvPr>
        </p:nvSpPr>
        <p:spPr/>
        <p:txBody>
          <a:bodyPr/>
          <a:lstStyle/>
          <a:p>
            <a:fld id="{F2BEB3F6-D468-42D4-AE1D-C922204747F6}" type="datetimeFigureOut">
              <a:rPr lang="en-US" smtClean="0"/>
              <a:t>3/2/2026</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3763F9DD-C682-40CB-B6A9-9C2CA059111D}" type="slidenum">
              <a:rPr lang="en-US" smtClean="0"/>
              <a:t>‹Nº›</a:t>
            </a:fld>
            <a:endParaRPr lang="en-US"/>
          </a:p>
        </p:txBody>
      </p:sp>
    </p:spTree>
    <p:extLst>
      <p:ext uri="{BB962C8B-B14F-4D97-AF65-F5344CB8AC3E}">
        <p14:creationId xmlns:p14="http://schemas.microsoft.com/office/powerpoint/2010/main" val="2513535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n-US"/>
          </a:p>
        </p:txBody>
      </p:sp>
      <p:sp>
        <p:nvSpPr>
          <p:cNvPr id="3" name="Marcador de contenido 2"/>
          <p:cNvSpPr>
            <a:spLocks noGrp="1"/>
          </p:cNvSpPr>
          <p:nvPr>
            <p:ph sz="half" idx="1"/>
          </p:nvPr>
        </p:nvSpPr>
        <p:spPr>
          <a:xfrm>
            <a:off x="838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Marcador de contenido 3"/>
          <p:cNvSpPr>
            <a:spLocks noGrp="1"/>
          </p:cNvSpPr>
          <p:nvPr>
            <p:ph sz="half" idx="2"/>
          </p:nvPr>
        </p:nvSpPr>
        <p:spPr>
          <a:xfrm>
            <a:off x="6172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Marcador de fecha 4"/>
          <p:cNvSpPr>
            <a:spLocks noGrp="1"/>
          </p:cNvSpPr>
          <p:nvPr>
            <p:ph type="dt" sz="half" idx="10"/>
          </p:nvPr>
        </p:nvSpPr>
        <p:spPr/>
        <p:txBody>
          <a:bodyPr/>
          <a:lstStyle/>
          <a:p>
            <a:fld id="{F2BEB3F6-D468-42D4-AE1D-C922204747F6}" type="datetimeFigureOut">
              <a:rPr lang="en-US" smtClean="0"/>
              <a:t>3/2/2026</a:t>
            </a:fld>
            <a:endParaRPr lang="en-US"/>
          </a:p>
        </p:txBody>
      </p:sp>
      <p:sp>
        <p:nvSpPr>
          <p:cNvPr id="6" name="Marcador de pie de página 5"/>
          <p:cNvSpPr>
            <a:spLocks noGrp="1"/>
          </p:cNvSpPr>
          <p:nvPr>
            <p:ph type="ftr" sz="quarter" idx="11"/>
          </p:nvPr>
        </p:nvSpPr>
        <p:spPr/>
        <p:txBody>
          <a:bodyPr/>
          <a:lstStyle/>
          <a:p>
            <a:endParaRPr lang="en-US"/>
          </a:p>
        </p:txBody>
      </p:sp>
      <p:sp>
        <p:nvSpPr>
          <p:cNvPr id="7" name="Marcador de número de diapositiva 6"/>
          <p:cNvSpPr>
            <a:spLocks noGrp="1"/>
          </p:cNvSpPr>
          <p:nvPr>
            <p:ph type="sldNum" sz="quarter" idx="12"/>
          </p:nvPr>
        </p:nvSpPr>
        <p:spPr/>
        <p:txBody>
          <a:bodyPr/>
          <a:lstStyle/>
          <a:p>
            <a:fld id="{3763F9DD-C682-40CB-B6A9-9C2CA059111D}" type="slidenum">
              <a:rPr lang="en-US" smtClean="0"/>
              <a:t>‹Nº›</a:t>
            </a:fld>
            <a:endParaRPr lang="en-US"/>
          </a:p>
        </p:txBody>
      </p:sp>
    </p:spTree>
    <p:extLst>
      <p:ext uri="{BB962C8B-B14F-4D97-AF65-F5344CB8AC3E}">
        <p14:creationId xmlns:p14="http://schemas.microsoft.com/office/powerpoint/2010/main" val="36151080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n-US"/>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7" name="Marcador de fecha 6"/>
          <p:cNvSpPr>
            <a:spLocks noGrp="1"/>
          </p:cNvSpPr>
          <p:nvPr>
            <p:ph type="dt" sz="half" idx="10"/>
          </p:nvPr>
        </p:nvSpPr>
        <p:spPr/>
        <p:txBody>
          <a:bodyPr/>
          <a:lstStyle/>
          <a:p>
            <a:fld id="{F2BEB3F6-D468-42D4-AE1D-C922204747F6}" type="datetimeFigureOut">
              <a:rPr lang="en-US" smtClean="0"/>
              <a:t>3/2/2026</a:t>
            </a:fld>
            <a:endParaRPr lang="en-US"/>
          </a:p>
        </p:txBody>
      </p:sp>
      <p:sp>
        <p:nvSpPr>
          <p:cNvPr id="8" name="Marcador de pie de página 7"/>
          <p:cNvSpPr>
            <a:spLocks noGrp="1"/>
          </p:cNvSpPr>
          <p:nvPr>
            <p:ph type="ftr" sz="quarter" idx="11"/>
          </p:nvPr>
        </p:nvSpPr>
        <p:spPr/>
        <p:txBody>
          <a:bodyPr/>
          <a:lstStyle/>
          <a:p>
            <a:endParaRPr lang="en-US"/>
          </a:p>
        </p:txBody>
      </p:sp>
      <p:sp>
        <p:nvSpPr>
          <p:cNvPr id="9" name="Marcador de número de diapositiva 8"/>
          <p:cNvSpPr>
            <a:spLocks noGrp="1"/>
          </p:cNvSpPr>
          <p:nvPr>
            <p:ph type="sldNum" sz="quarter" idx="12"/>
          </p:nvPr>
        </p:nvSpPr>
        <p:spPr/>
        <p:txBody>
          <a:bodyPr/>
          <a:lstStyle/>
          <a:p>
            <a:fld id="{3763F9DD-C682-40CB-B6A9-9C2CA059111D}" type="slidenum">
              <a:rPr lang="en-US" smtClean="0"/>
              <a:t>‹Nº›</a:t>
            </a:fld>
            <a:endParaRPr lang="en-US"/>
          </a:p>
        </p:txBody>
      </p:sp>
    </p:spTree>
    <p:extLst>
      <p:ext uri="{BB962C8B-B14F-4D97-AF65-F5344CB8AC3E}">
        <p14:creationId xmlns:p14="http://schemas.microsoft.com/office/powerpoint/2010/main" val="3056179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n-US"/>
          </a:p>
        </p:txBody>
      </p:sp>
      <p:sp>
        <p:nvSpPr>
          <p:cNvPr id="3" name="Marcador de fecha 2"/>
          <p:cNvSpPr>
            <a:spLocks noGrp="1"/>
          </p:cNvSpPr>
          <p:nvPr>
            <p:ph type="dt" sz="half" idx="10"/>
          </p:nvPr>
        </p:nvSpPr>
        <p:spPr/>
        <p:txBody>
          <a:bodyPr/>
          <a:lstStyle/>
          <a:p>
            <a:fld id="{F2BEB3F6-D468-42D4-AE1D-C922204747F6}" type="datetimeFigureOut">
              <a:rPr lang="en-US" smtClean="0"/>
              <a:t>3/2/2026</a:t>
            </a:fld>
            <a:endParaRPr lang="en-US"/>
          </a:p>
        </p:txBody>
      </p:sp>
      <p:sp>
        <p:nvSpPr>
          <p:cNvPr id="4" name="Marcador de pie de página 3"/>
          <p:cNvSpPr>
            <a:spLocks noGrp="1"/>
          </p:cNvSpPr>
          <p:nvPr>
            <p:ph type="ftr" sz="quarter" idx="11"/>
          </p:nvPr>
        </p:nvSpPr>
        <p:spPr/>
        <p:txBody>
          <a:bodyPr/>
          <a:lstStyle/>
          <a:p>
            <a:endParaRPr lang="en-US"/>
          </a:p>
        </p:txBody>
      </p:sp>
      <p:sp>
        <p:nvSpPr>
          <p:cNvPr id="5" name="Marcador de número de diapositiva 4"/>
          <p:cNvSpPr>
            <a:spLocks noGrp="1"/>
          </p:cNvSpPr>
          <p:nvPr>
            <p:ph type="sldNum" sz="quarter" idx="12"/>
          </p:nvPr>
        </p:nvSpPr>
        <p:spPr/>
        <p:txBody>
          <a:bodyPr/>
          <a:lstStyle/>
          <a:p>
            <a:fld id="{3763F9DD-C682-40CB-B6A9-9C2CA059111D}" type="slidenum">
              <a:rPr lang="en-US" smtClean="0"/>
              <a:t>‹Nº›</a:t>
            </a:fld>
            <a:endParaRPr lang="en-US"/>
          </a:p>
        </p:txBody>
      </p:sp>
    </p:spTree>
    <p:extLst>
      <p:ext uri="{BB962C8B-B14F-4D97-AF65-F5344CB8AC3E}">
        <p14:creationId xmlns:p14="http://schemas.microsoft.com/office/powerpoint/2010/main" val="24262103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F2BEB3F6-D468-42D4-AE1D-C922204747F6}" type="datetimeFigureOut">
              <a:rPr lang="en-US" smtClean="0"/>
              <a:t>3/2/2026</a:t>
            </a:fld>
            <a:endParaRPr lang="en-US"/>
          </a:p>
        </p:txBody>
      </p:sp>
      <p:sp>
        <p:nvSpPr>
          <p:cNvPr id="3" name="Marcador de pie de página 2"/>
          <p:cNvSpPr>
            <a:spLocks noGrp="1"/>
          </p:cNvSpPr>
          <p:nvPr>
            <p:ph type="ftr" sz="quarter" idx="11"/>
          </p:nvPr>
        </p:nvSpPr>
        <p:spPr/>
        <p:txBody>
          <a:bodyPr/>
          <a:lstStyle/>
          <a:p>
            <a:endParaRPr lang="en-US"/>
          </a:p>
        </p:txBody>
      </p:sp>
      <p:sp>
        <p:nvSpPr>
          <p:cNvPr id="4" name="Marcador de número de diapositiva 3"/>
          <p:cNvSpPr>
            <a:spLocks noGrp="1"/>
          </p:cNvSpPr>
          <p:nvPr>
            <p:ph type="sldNum" sz="quarter" idx="12"/>
          </p:nvPr>
        </p:nvSpPr>
        <p:spPr/>
        <p:txBody>
          <a:bodyPr/>
          <a:lstStyle/>
          <a:p>
            <a:fld id="{3763F9DD-C682-40CB-B6A9-9C2CA059111D}" type="slidenum">
              <a:rPr lang="en-US" smtClean="0"/>
              <a:t>‹Nº›</a:t>
            </a:fld>
            <a:endParaRPr lang="en-US"/>
          </a:p>
        </p:txBody>
      </p:sp>
    </p:spTree>
    <p:extLst>
      <p:ext uri="{BB962C8B-B14F-4D97-AF65-F5344CB8AC3E}">
        <p14:creationId xmlns:p14="http://schemas.microsoft.com/office/powerpoint/2010/main" val="6526430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n-US"/>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F2BEB3F6-D468-42D4-AE1D-C922204747F6}" type="datetimeFigureOut">
              <a:rPr lang="en-US" smtClean="0"/>
              <a:t>3/2/2026</a:t>
            </a:fld>
            <a:endParaRPr lang="en-US"/>
          </a:p>
        </p:txBody>
      </p:sp>
      <p:sp>
        <p:nvSpPr>
          <p:cNvPr id="6" name="Marcador de pie de página 5"/>
          <p:cNvSpPr>
            <a:spLocks noGrp="1"/>
          </p:cNvSpPr>
          <p:nvPr>
            <p:ph type="ftr" sz="quarter" idx="11"/>
          </p:nvPr>
        </p:nvSpPr>
        <p:spPr/>
        <p:txBody>
          <a:bodyPr/>
          <a:lstStyle/>
          <a:p>
            <a:endParaRPr lang="en-US"/>
          </a:p>
        </p:txBody>
      </p:sp>
      <p:sp>
        <p:nvSpPr>
          <p:cNvPr id="7" name="Marcador de número de diapositiva 6"/>
          <p:cNvSpPr>
            <a:spLocks noGrp="1"/>
          </p:cNvSpPr>
          <p:nvPr>
            <p:ph type="sldNum" sz="quarter" idx="12"/>
          </p:nvPr>
        </p:nvSpPr>
        <p:spPr/>
        <p:txBody>
          <a:bodyPr/>
          <a:lstStyle/>
          <a:p>
            <a:fld id="{3763F9DD-C682-40CB-B6A9-9C2CA059111D}" type="slidenum">
              <a:rPr lang="en-US" smtClean="0"/>
              <a:t>‹Nº›</a:t>
            </a:fld>
            <a:endParaRPr lang="en-US"/>
          </a:p>
        </p:txBody>
      </p:sp>
    </p:spTree>
    <p:extLst>
      <p:ext uri="{BB962C8B-B14F-4D97-AF65-F5344CB8AC3E}">
        <p14:creationId xmlns:p14="http://schemas.microsoft.com/office/powerpoint/2010/main" val="1947480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n-US"/>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F2BEB3F6-D468-42D4-AE1D-C922204747F6}" type="datetimeFigureOut">
              <a:rPr lang="en-US" smtClean="0"/>
              <a:t>3/2/2026</a:t>
            </a:fld>
            <a:endParaRPr lang="en-US"/>
          </a:p>
        </p:txBody>
      </p:sp>
      <p:sp>
        <p:nvSpPr>
          <p:cNvPr id="6" name="Marcador de pie de página 5"/>
          <p:cNvSpPr>
            <a:spLocks noGrp="1"/>
          </p:cNvSpPr>
          <p:nvPr>
            <p:ph type="ftr" sz="quarter" idx="11"/>
          </p:nvPr>
        </p:nvSpPr>
        <p:spPr/>
        <p:txBody>
          <a:bodyPr/>
          <a:lstStyle/>
          <a:p>
            <a:endParaRPr lang="en-US"/>
          </a:p>
        </p:txBody>
      </p:sp>
      <p:sp>
        <p:nvSpPr>
          <p:cNvPr id="7" name="Marcador de número de diapositiva 6"/>
          <p:cNvSpPr>
            <a:spLocks noGrp="1"/>
          </p:cNvSpPr>
          <p:nvPr>
            <p:ph type="sldNum" sz="quarter" idx="12"/>
          </p:nvPr>
        </p:nvSpPr>
        <p:spPr/>
        <p:txBody>
          <a:bodyPr/>
          <a:lstStyle/>
          <a:p>
            <a:fld id="{3763F9DD-C682-40CB-B6A9-9C2CA059111D}" type="slidenum">
              <a:rPr lang="en-US" smtClean="0"/>
              <a:t>‹Nº›</a:t>
            </a:fld>
            <a:endParaRPr lang="en-US"/>
          </a:p>
        </p:txBody>
      </p:sp>
    </p:spTree>
    <p:extLst>
      <p:ext uri="{BB962C8B-B14F-4D97-AF65-F5344CB8AC3E}">
        <p14:creationId xmlns:p14="http://schemas.microsoft.com/office/powerpoint/2010/main" val="10011858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n-US"/>
          </a:p>
        </p:txBody>
      </p:sp>
      <p:sp>
        <p:nvSpPr>
          <p:cNvPr id="3" name="Marcador de texto vertical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Marcador de fecha 3"/>
          <p:cNvSpPr>
            <a:spLocks noGrp="1"/>
          </p:cNvSpPr>
          <p:nvPr>
            <p:ph type="dt" sz="half" idx="10"/>
          </p:nvPr>
        </p:nvSpPr>
        <p:spPr/>
        <p:txBody>
          <a:bodyPr/>
          <a:lstStyle/>
          <a:p>
            <a:fld id="{F2BEB3F6-D468-42D4-AE1D-C922204747F6}" type="datetimeFigureOut">
              <a:rPr lang="en-US" smtClean="0"/>
              <a:t>3/2/2026</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3763F9DD-C682-40CB-B6A9-9C2CA059111D}" type="slidenum">
              <a:rPr lang="en-US" smtClean="0"/>
              <a:t>‹Nº›</a:t>
            </a:fld>
            <a:endParaRPr lang="en-US"/>
          </a:p>
        </p:txBody>
      </p:sp>
    </p:spTree>
    <p:extLst>
      <p:ext uri="{BB962C8B-B14F-4D97-AF65-F5344CB8AC3E}">
        <p14:creationId xmlns:p14="http://schemas.microsoft.com/office/powerpoint/2010/main" val="11439708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n-US"/>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Marcador de fecha 3"/>
          <p:cNvSpPr>
            <a:spLocks noGrp="1"/>
          </p:cNvSpPr>
          <p:nvPr>
            <p:ph type="dt" sz="half" idx="10"/>
          </p:nvPr>
        </p:nvSpPr>
        <p:spPr/>
        <p:txBody>
          <a:bodyPr/>
          <a:lstStyle/>
          <a:p>
            <a:fld id="{F2BEB3F6-D468-42D4-AE1D-C922204747F6}" type="datetimeFigureOut">
              <a:rPr lang="en-US" smtClean="0"/>
              <a:t>3/2/2026</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3763F9DD-C682-40CB-B6A9-9C2CA059111D}" type="slidenum">
              <a:rPr lang="en-US" smtClean="0"/>
              <a:t>‹Nº›</a:t>
            </a:fld>
            <a:endParaRPr lang="en-US"/>
          </a:p>
        </p:txBody>
      </p:sp>
    </p:spTree>
    <p:extLst>
      <p:ext uri="{BB962C8B-B14F-4D97-AF65-F5344CB8AC3E}">
        <p14:creationId xmlns:p14="http://schemas.microsoft.com/office/powerpoint/2010/main" val="2262366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n-US"/>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BEB3F6-D468-42D4-AE1D-C922204747F6}" type="datetimeFigureOut">
              <a:rPr lang="en-US" smtClean="0"/>
              <a:t>3/2/2026</a:t>
            </a:fld>
            <a:endParaRPr lang="en-U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63F9DD-C682-40CB-B6A9-9C2CA059111D}" type="slidenum">
              <a:rPr lang="en-US" smtClean="0"/>
              <a:t>‹Nº›</a:t>
            </a:fld>
            <a:endParaRPr lang="en-US"/>
          </a:p>
        </p:txBody>
      </p:sp>
    </p:spTree>
    <p:extLst>
      <p:ext uri="{BB962C8B-B14F-4D97-AF65-F5344CB8AC3E}">
        <p14:creationId xmlns:p14="http://schemas.microsoft.com/office/powerpoint/2010/main" val="4212844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f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jfif"/><Relationship Id="rId1" Type="http://schemas.openxmlformats.org/officeDocument/2006/relationships/slideLayout" Target="../slideLayouts/slideLayout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jfif"/><Relationship Id="rId2" Type="http://schemas.openxmlformats.org/officeDocument/2006/relationships/image" Target="../media/image5.jfif"/><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jfif"/><Relationship Id="rId2" Type="http://schemas.openxmlformats.org/officeDocument/2006/relationships/image" Target="../media/image7.jfif"/><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0.jfif"/><Relationship Id="rId2" Type="http://schemas.openxmlformats.org/officeDocument/2006/relationships/image" Target="../media/image9.jfif"/><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endParaRPr lang="en-US" dirty="0"/>
          </a:p>
        </p:txBody>
      </p:sp>
      <p:sp>
        <p:nvSpPr>
          <p:cNvPr id="3" name="Subtítulo 2"/>
          <p:cNvSpPr>
            <a:spLocks noGrp="1"/>
          </p:cNvSpPr>
          <p:nvPr>
            <p:ph type="subTitle" idx="1"/>
          </p:nvPr>
        </p:nvSpPr>
        <p:spPr/>
        <p:txBody>
          <a:bodyPr/>
          <a:lstStyle/>
          <a:p>
            <a:endParaRPr lang="en-US"/>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114"/>
            <a:ext cx="12192000" cy="6846886"/>
          </a:xfrm>
          <a:prstGeom prst="rect">
            <a:avLst/>
          </a:prstGeom>
        </p:spPr>
      </p:pic>
      <p:sp>
        <p:nvSpPr>
          <p:cNvPr id="5" name="CuadroTexto 4"/>
          <p:cNvSpPr txBox="1"/>
          <p:nvPr/>
        </p:nvSpPr>
        <p:spPr>
          <a:xfrm>
            <a:off x="6008913" y="3993984"/>
            <a:ext cx="7071360" cy="3046988"/>
          </a:xfrm>
          <a:prstGeom prst="rect">
            <a:avLst/>
          </a:prstGeom>
          <a:noFill/>
        </p:spPr>
        <p:txBody>
          <a:bodyPr wrap="square" rtlCol="0">
            <a:spAutoFit/>
          </a:bodyPr>
          <a:lstStyle/>
          <a:p>
            <a:r>
              <a:rPr lang="es-VE" sz="9600" dirty="0" smtClean="0">
                <a:solidFill>
                  <a:schemeClr val="bg1"/>
                </a:solidFill>
                <a:latin typeface="Bodoni MT Poster Compressed" panose="02070706080601050204" pitchFamily="18" charset="0"/>
              </a:rPr>
              <a:t>LA </a:t>
            </a:r>
          </a:p>
          <a:p>
            <a:r>
              <a:rPr lang="es-VE" sz="9600" dirty="0" smtClean="0">
                <a:solidFill>
                  <a:schemeClr val="bg1"/>
                </a:solidFill>
                <a:latin typeface="Bodoni MT Poster Compressed" panose="02070706080601050204" pitchFamily="18" charset="0"/>
              </a:rPr>
              <a:t>NANOTECNOLOGIA</a:t>
            </a:r>
            <a:endParaRPr lang="en-US" sz="9600" dirty="0">
              <a:solidFill>
                <a:schemeClr val="bg1"/>
              </a:solidFill>
              <a:latin typeface="Bodoni MT Poster Compressed" panose="02070706080601050204" pitchFamily="18" charset="0"/>
            </a:endParaRPr>
          </a:p>
        </p:txBody>
      </p:sp>
      <p:sp>
        <p:nvSpPr>
          <p:cNvPr id="6" name="CuadroTexto 5"/>
          <p:cNvSpPr txBox="1"/>
          <p:nvPr/>
        </p:nvSpPr>
        <p:spPr>
          <a:xfrm>
            <a:off x="95794" y="95794"/>
            <a:ext cx="4380412" cy="369332"/>
          </a:xfrm>
          <a:prstGeom prst="rect">
            <a:avLst/>
          </a:prstGeom>
          <a:noFill/>
        </p:spPr>
        <p:txBody>
          <a:bodyPr wrap="square" rtlCol="0">
            <a:spAutoFit/>
          </a:bodyPr>
          <a:lstStyle/>
          <a:p>
            <a:r>
              <a:rPr lang="es-VE" dirty="0" smtClean="0">
                <a:solidFill>
                  <a:schemeClr val="bg1"/>
                </a:solidFill>
              </a:rPr>
              <a:t>LUIZABETH CONTRERAS 3ER AÑO “B”</a:t>
            </a:r>
            <a:endParaRPr lang="en-US" dirty="0">
              <a:solidFill>
                <a:schemeClr val="bg1"/>
              </a:solidFill>
            </a:endParaRPr>
          </a:p>
        </p:txBody>
      </p:sp>
    </p:spTree>
    <p:extLst>
      <p:ext uri="{BB962C8B-B14F-4D97-AF65-F5344CB8AC3E}">
        <p14:creationId xmlns:p14="http://schemas.microsoft.com/office/powerpoint/2010/main" val="85820800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40234" y="-174172"/>
            <a:ext cx="6858000" cy="6858000"/>
          </a:xfrm>
          <a:prstGeom prst="rect">
            <a:avLst/>
          </a:prstGeom>
          <a:ln>
            <a:noFill/>
          </a:ln>
          <a:effectLst>
            <a:softEdge rad="112500"/>
          </a:effectLst>
        </p:spPr>
      </p:pic>
      <p:sp>
        <p:nvSpPr>
          <p:cNvPr id="2" name="Título 1"/>
          <p:cNvSpPr>
            <a:spLocks noGrp="1"/>
          </p:cNvSpPr>
          <p:nvPr>
            <p:ph type="title"/>
          </p:nvPr>
        </p:nvSpPr>
        <p:spPr/>
        <p:txBody>
          <a:bodyPr>
            <a:noAutofit/>
          </a:bodyPr>
          <a:lstStyle/>
          <a:p>
            <a:r>
              <a:rPr lang="es-VE" sz="6600" dirty="0" smtClean="0">
                <a:solidFill>
                  <a:srgbClr val="C00000"/>
                </a:solidFill>
                <a:latin typeface="Agency FB" panose="020B0503020202020204" pitchFamily="34" charset="0"/>
              </a:rPr>
              <a:t>¿QUE ES LA NANOTECNOLOGIA?</a:t>
            </a:r>
            <a:endParaRPr lang="en-US" sz="6600" dirty="0">
              <a:solidFill>
                <a:srgbClr val="C00000"/>
              </a:solidFill>
              <a:latin typeface="Agency FB" panose="020B0503020202020204" pitchFamily="34" charset="0"/>
            </a:endParaRPr>
          </a:p>
        </p:txBody>
      </p:sp>
      <p:sp>
        <p:nvSpPr>
          <p:cNvPr id="3" name="Marcador de contenido 2"/>
          <p:cNvSpPr>
            <a:spLocks noGrp="1"/>
          </p:cNvSpPr>
          <p:nvPr>
            <p:ph idx="1"/>
          </p:nvPr>
        </p:nvSpPr>
        <p:spPr>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a:lstStyle/>
          <a:p>
            <a:r>
              <a:rPr lang="es-VE" dirty="0" smtClean="0">
                <a:solidFill>
                  <a:srgbClr val="002060"/>
                </a:solidFill>
              </a:rPr>
              <a:t>Es en esencia el arte de manipular la materia en una escala increíblemente pequeña: el nanómetro. Una idea de esta escala de magnitud un nanómetro es la millonésima parte de un metro. Si comparamos un nanómetro con un metro es como hacer la comparación de una canica con el planeta tierra</a:t>
            </a:r>
            <a:endParaRPr lang="en-US" dirty="0">
              <a:solidFill>
                <a:srgbClr val="002060"/>
              </a:solidFill>
            </a:endParaRPr>
          </a:p>
        </p:txBody>
      </p:sp>
    </p:spTree>
    <p:extLst>
      <p:ext uri="{BB962C8B-B14F-4D97-AF65-F5344CB8AC3E}">
        <p14:creationId xmlns:p14="http://schemas.microsoft.com/office/powerpoint/2010/main" val="2068142097"/>
      </p:ext>
    </p:extLst>
  </p:cSld>
  <p:clrMapOvr>
    <a:masterClrMapping/>
  </p:clrMapOvr>
  <p:transition spd="med">
    <p:pull/>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6858000"/>
          </a:xfrm>
          <a:prstGeom prst="rect">
            <a:avLst/>
          </a:prstGeom>
        </p:spPr>
      </p:pic>
      <p:sp>
        <p:nvSpPr>
          <p:cNvPr id="2" name="Título 1"/>
          <p:cNvSpPr>
            <a:spLocks noGrp="1"/>
          </p:cNvSpPr>
          <p:nvPr>
            <p:ph type="title"/>
          </p:nvPr>
        </p:nvSpPr>
        <p:spPr>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a:lstStyle/>
          <a:p>
            <a:r>
              <a:rPr lang="es-VE" dirty="0" smtClean="0">
                <a:latin typeface="Blackadder ITC" panose="04020505051007020D02" pitchFamily="82" charset="0"/>
              </a:rPr>
              <a:t>Aplicaciones clave </a:t>
            </a:r>
            <a:endParaRPr lang="en-US" dirty="0">
              <a:latin typeface="Blackadder ITC" panose="04020505051007020D02" pitchFamily="82" charset="0"/>
            </a:endParaRPr>
          </a:p>
        </p:txBody>
      </p:sp>
      <p:graphicFrame>
        <p:nvGraphicFramePr>
          <p:cNvPr id="6" name="Marcador de contenido 5"/>
          <p:cNvGraphicFramePr>
            <a:graphicFrameLocks noGrp="1"/>
          </p:cNvGraphicFramePr>
          <p:nvPr>
            <p:ph idx="1"/>
            <p:extLst>
              <p:ext uri="{D42A27DB-BD31-4B8C-83A1-F6EECF244321}">
                <p14:modId xmlns:p14="http://schemas.microsoft.com/office/powerpoint/2010/main" val="2340082061"/>
              </p:ext>
            </p:extLst>
          </p:nvPr>
        </p:nvGraphicFramePr>
        <p:xfrm>
          <a:off x="5509944" y="5263"/>
          <a:ext cx="6682056" cy="71096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Marcador de texto 3"/>
          <p:cNvSpPr>
            <a:spLocks noGrp="1"/>
          </p:cNvSpPr>
          <p:nvPr>
            <p:ph type="body" sz="half" idx="2"/>
          </p:nvPr>
        </p:nvSpPr>
        <p:spPr>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a:lstStyle/>
          <a:p>
            <a:pPr marL="342900" indent="-342900">
              <a:buFont typeface="+mj-lt"/>
              <a:buAutoNum type="arabicPeriod"/>
            </a:pPr>
            <a:r>
              <a:rPr lang="es-VE" dirty="0" smtClean="0"/>
              <a:t>Medicina:</a:t>
            </a:r>
            <a:r>
              <a:rPr lang="en-US" dirty="0" smtClean="0"/>
              <a:t> Nano robots par diagnostics y administration Percisa de Farmacos, reduction de efectos scenarios en tratamientos del cancer </a:t>
            </a:r>
          </a:p>
          <a:p>
            <a:pPr marL="342900" indent="-342900">
              <a:buFont typeface="+mj-lt"/>
              <a:buAutoNum type="arabicPeriod"/>
            </a:pPr>
            <a:r>
              <a:rPr lang="es-VE" dirty="0" smtClean="0"/>
              <a:t>Electrónica: pantallas mas flexibles,transitores  diminutos y aumento de la capacidad de memoria y procesamiento </a:t>
            </a:r>
          </a:p>
          <a:p>
            <a:pPr marL="342900" indent="-342900">
              <a:buFont typeface="+mj-lt"/>
              <a:buAutoNum type="arabicPeriod"/>
            </a:pPr>
            <a:r>
              <a:rPr lang="es-VE" dirty="0" smtClean="0"/>
              <a:t>Energía: paneles solares de mayor eficiencia y baterías de carga rápida y larga duración </a:t>
            </a:r>
          </a:p>
          <a:p>
            <a:pPr marL="342900" indent="-342900">
              <a:buFont typeface="+mj-lt"/>
              <a:buAutoNum type="arabicPeriod"/>
            </a:pPr>
            <a:r>
              <a:rPr lang="es-VE" dirty="0" smtClean="0"/>
              <a:t>Materiales  y textil: tejidos inteligentes anti manchas/antimicrobiano, resistencia anti corrosiva </a:t>
            </a:r>
          </a:p>
          <a:p>
            <a:pPr marL="342900" indent="-342900">
              <a:buFont typeface="+mj-lt"/>
              <a:buAutoNum type="arabicPeriod"/>
            </a:pPr>
            <a:endParaRPr lang="es-VE" dirty="0" smtClean="0"/>
          </a:p>
        </p:txBody>
      </p:sp>
    </p:spTree>
    <p:extLst>
      <p:ext uri="{BB962C8B-B14F-4D97-AF65-F5344CB8AC3E}">
        <p14:creationId xmlns:p14="http://schemas.microsoft.com/office/powerpoint/2010/main" val="2142525916"/>
      </p:ext>
    </p:extLst>
  </p:cSld>
  <p:clrMapOvr>
    <a:masterClrMapping/>
  </p:clrMapOvr>
  <p:transition spd="med">
    <p:pull/>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9714" y="-28175"/>
            <a:ext cx="7402286" cy="6858000"/>
          </a:xfrm>
          <a:prstGeom prst="rect">
            <a:avLst/>
          </a:prstGeom>
        </p:spPr>
      </p:pic>
      <p:pic>
        <p:nvPicPr>
          <p:cNvPr id="8" name="Imagen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189" y="-32657"/>
            <a:ext cx="4828903" cy="6890657"/>
          </a:xfrm>
          <a:prstGeom prst="rect">
            <a:avLst/>
          </a:prstGeom>
        </p:spPr>
      </p:pic>
      <p:sp>
        <p:nvSpPr>
          <p:cNvPr id="2" name="Título 1"/>
          <p:cNvSpPr>
            <a:spLocks noGrp="1"/>
          </p:cNvSpPr>
          <p:nvPr>
            <p:ph type="ctrTitle"/>
          </p:nvPr>
        </p:nvSpPr>
        <p:spPr>
          <a:xfrm>
            <a:off x="0" y="0"/>
            <a:ext cx="2882537" cy="984477"/>
          </a:xfrm>
        </p:spPr>
        <p:txBody>
          <a:bodyPr/>
          <a:lstStyle/>
          <a:p>
            <a:r>
              <a:rPr lang="es-VE" dirty="0" smtClean="0">
                <a:solidFill>
                  <a:srgbClr val="00B0F0"/>
                </a:solidFill>
                <a:latin typeface="Bahnschrift SemiBold Condensed" panose="020B0502040204020203" pitchFamily="34" charset="0"/>
              </a:rPr>
              <a:t>Tipos:</a:t>
            </a:r>
            <a:endParaRPr lang="en-US" dirty="0">
              <a:solidFill>
                <a:srgbClr val="00B0F0"/>
              </a:solidFill>
              <a:latin typeface="Bahnschrift SemiBold Condensed" panose="020B0502040204020203" pitchFamily="34" charset="0"/>
            </a:endParaRPr>
          </a:p>
        </p:txBody>
      </p:sp>
      <p:sp>
        <p:nvSpPr>
          <p:cNvPr id="3" name="Subtítulo 2"/>
          <p:cNvSpPr>
            <a:spLocks noGrp="1"/>
          </p:cNvSpPr>
          <p:nvPr>
            <p:ph type="subTitle" idx="1"/>
          </p:nvPr>
        </p:nvSpPr>
        <p:spPr>
          <a:xfrm>
            <a:off x="1524000" y="973719"/>
            <a:ext cx="5294812" cy="1279752"/>
          </a:xfr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a:lstStyle/>
          <a:p>
            <a:pPr algn="l"/>
            <a:r>
              <a:rPr lang="es-VE" sz="2000" dirty="0" smtClean="0"/>
              <a:t>Tipos según el método de fabricación:</a:t>
            </a:r>
          </a:p>
          <a:p>
            <a:pPr marL="457200" indent="-457200" algn="l">
              <a:buFont typeface="+mj-lt"/>
              <a:buAutoNum type="arabicPeriod"/>
            </a:pPr>
            <a:r>
              <a:rPr lang="es-VE" sz="2000" dirty="0" smtClean="0"/>
              <a:t>Decendente(top-</a:t>
            </a:r>
            <a:r>
              <a:rPr lang="es-VE" sz="2000" dirty="0" err="1" smtClean="0"/>
              <a:t>donw</a:t>
            </a:r>
            <a:r>
              <a:rPr lang="es-VE" sz="2000" dirty="0" smtClean="0"/>
              <a:t>)</a:t>
            </a:r>
          </a:p>
          <a:p>
            <a:pPr marL="457200" indent="-457200" algn="l">
              <a:buFont typeface="+mj-lt"/>
              <a:buAutoNum type="arabicPeriod"/>
            </a:pPr>
            <a:r>
              <a:rPr lang="es-VE" sz="2000" dirty="0" smtClean="0"/>
              <a:t>Ascendente(</a:t>
            </a:r>
            <a:r>
              <a:rPr lang="es-VE" sz="2000" dirty="0" err="1" smtClean="0"/>
              <a:t>botton</a:t>
            </a:r>
            <a:r>
              <a:rPr lang="es-VE" sz="2000" dirty="0" smtClean="0"/>
              <a:t>-up)</a:t>
            </a:r>
          </a:p>
          <a:p>
            <a:pPr marL="457200" indent="-457200" algn="l">
              <a:buFont typeface="+mj-lt"/>
              <a:buAutoNum type="arabicPeriod"/>
            </a:pPr>
            <a:endParaRPr lang="es-VE" sz="2000" dirty="0" smtClean="0"/>
          </a:p>
          <a:p>
            <a:pPr marL="457200" indent="-457200" algn="l">
              <a:buFont typeface="+mj-lt"/>
              <a:buAutoNum type="arabicPeriod"/>
            </a:pPr>
            <a:endParaRPr lang="es-VE" dirty="0" smtClean="0"/>
          </a:p>
          <a:p>
            <a:endParaRPr lang="en-US" dirty="0"/>
          </a:p>
        </p:txBody>
      </p:sp>
      <p:sp>
        <p:nvSpPr>
          <p:cNvPr id="4" name="CuadroTexto 3"/>
          <p:cNvSpPr txBox="1"/>
          <p:nvPr/>
        </p:nvSpPr>
        <p:spPr>
          <a:xfrm>
            <a:off x="3368539" y="2253471"/>
            <a:ext cx="5381897" cy="1631216"/>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s-VE" sz="2000" dirty="0" smtClean="0"/>
              <a:t>Tipos según el entorno de trabajo:</a:t>
            </a:r>
          </a:p>
          <a:p>
            <a:pPr marL="285750" indent="-285750">
              <a:buFont typeface="Arial" panose="020B0604020202020204" pitchFamily="34" charset="0"/>
              <a:buChar char="•"/>
            </a:pPr>
            <a:r>
              <a:rPr lang="es-VE" sz="2000" dirty="0" smtClean="0"/>
              <a:t>nanotecnología seca: se enfoca en materiales inorgánicos</a:t>
            </a:r>
          </a:p>
          <a:p>
            <a:pPr marL="285750" indent="-285750">
              <a:buFont typeface="Arial" panose="020B0604020202020204" pitchFamily="34" charset="0"/>
              <a:buChar char="•"/>
            </a:pPr>
            <a:r>
              <a:rPr lang="es-VE" sz="2000" dirty="0" smtClean="0"/>
              <a:t>Nanotecnología húmeda: se utilizan sistemas biológicos </a:t>
            </a:r>
            <a:endParaRPr lang="en-US" sz="2000" dirty="0"/>
          </a:p>
        </p:txBody>
      </p:sp>
      <p:sp>
        <p:nvSpPr>
          <p:cNvPr id="5" name="CuadroTexto 4"/>
          <p:cNvSpPr txBox="1"/>
          <p:nvPr/>
        </p:nvSpPr>
        <p:spPr>
          <a:xfrm>
            <a:off x="1319349" y="4148776"/>
            <a:ext cx="5704114" cy="1015663"/>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s-VE" sz="2000" dirty="0" smtClean="0"/>
              <a:t>Tipos según los materiales:</a:t>
            </a:r>
            <a:endParaRPr lang="en-US" sz="2000" dirty="0" smtClean="0"/>
          </a:p>
          <a:p>
            <a:pPr marL="285750" indent="-285750">
              <a:buFont typeface="Arial" panose="020B0604020202020204" pitchFamily="34" charset="0"/>
              <a:buChar char="•"/>
            </a:pPr>
            <a:r>
              <a:rPr lang="es-VE" sz="2000" dirty="0" smtClean="0"/>
              <a:t>Nano materiales: 0D,1D,2D,3D: clasificado por dimensiones </a:t>
            </a:r>
          </a:p>
        </p:txBody>
      </p:sp>
    </p:spTree>
    <p:extLst>
      <p:ext uri="{BB962C8B-B14F-4D97-AF65-F5344CB8AC3E}">
        <p14:creationId xmlns:p14="http://schemas.microsoft.com/office/powerpoint/2010/main" val="3845565399"/>
      </p:ext>
    </p:extLst>
  </p:cSld>
  <p:clrMapOvr>
    <a:masterClrMapping/>
  </p:clrMapOvr>
  <p:transition spd="med">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0297" y="383177"/>
            <a:ext cx="10203543" cy="5870303"/>
          </a:xfrm>
          <a:prstGeom prst="rect">
            <a:avLst/>
          </a:prstGeom>
        </p:spPr>
      </p:pic>
      <p:sp>
        <p:nvSpPr>
          <p:cNvPr id="2" name="Título 1"/>
          <p:cNvSpPr>
            <a:spLocks noGrp="1"/>
          </p:cNvSpPr>
          <p:nvPr>
            <p:ph type="title"/>
          </p:nvPr>
        </p:nvSpPr>
        <p:spPr>
          <a:xfrm>
            <a:off x="644435" y="739593"/>
            <a:ext cx="3437709" cy="1350464"/>
          </a:xfrm>
        </p:spPr>
        <p:txBody>
          <a:bodyPr>
            <a:noAutofit/>
          </a:bodyPr>
          <a:lstStyle/>
          <a:p>
            <a:r>
              <a:rPr lang="es-VE" sz="6600" dirty="0" smtClean="0">
                <a:latin typeface="Bauhaus 93" panose="04030905020B02020C02" pitchFamily="82" charset="0"/>
              </a:rPr>
              <a:t>Origen</a:t>
            </a:r>
            <a:r>
              <a:rPr lang="es-VE" sz="6600" dirty="0" smtClean="0"/>
              <a:t>:</a:t>
            </a:r>
            <a:endParaRPr lang="en-US" sz="6600" dirty="0"/>
          </a:p>
        </p:txBody>
      </p:sp>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99058" y="0"/>
            <a:ext cx="4522839" cy="685800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3" name="CuadroTexto 2"/>
          <p:cNvSpPr txBox="1"/>
          <p:nvPr/>
        </p:nvSpPr>
        <p:spPr>
          <a:xfrm>
            <a:off x="742905" y="2035780"/>
            <a:ext cx="10633165" cy="3046988"/>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s-VE" sz="2400" dirty="0" smtClean="0">
                <a:latin typeface="Agency FB" panose="020B0503020202020204" pitchFamily="34" charset="0"/>
              </a:rPr>
              <a:t>” del físico Richard feynman quien propuso manipular la materia a nivel atómico aunque el termino fue acuñado por norio tansiguchi en 1974, su desarrollo se consolido en los 80 con el microscopio de efecto túnel </a:t>
            </a:r>
          </a:p>
          <a:p>
            <a:pPr marL="285750" indent="-285750">
              <a:buFont typeface="Arial" panose="020B0604020202020204" pitchFamily="34" charset="0"/>
              <a:buChar char="•"/>
            </a:pPr>
            <a:r>
              <a:rPr lang="es-VE" sz="2400" dirty="0" smtClean="0">
                <a:latin typeface="Arial Black" panose="020B0A04020102020204" pitchFamily="34" charset="0"/>
              </a:rPr>
              <a:t>1959(la idea original)</a:t>
            </a:r>
          </a:p>
          <a:p>
            <a:pPr marL="285750" indent="-285750">
              <a:buFont typeface="Arial" panose="020B0604020202020204" pitchFamily="34" charset="0"/>
              <a:buChar char="•"/>
            </a:pPr>
            <a:r>
              <a:rPr lang="es-VE" sz="2400" dirty="0" smtClean="0">
                <a:latin typeface="Arial Black" panose="020B0A04020102020204" pitchFamily="34" charset="0"/>
              </a:rPr>
              <a:t>1974(el termino)</a:t>
            </a:r>
          </a:p>
          <a:p>
            <a:pPr marL="285750" indent="-285750">
              <a:buFont typeface="Arial" panose="020B0604020202020204" pitchFamily="34" charset="0"/>
              <a:buChar char="•"/>
            </a:pPr>
            <a:r>
              <a:rPr lang="es-VE" sz="2400" dirty="0" smtClean="0">
                <a:latin typeface="Arial Black" panose="020B0A04020102020204" pitchFamily="34" charset="0"/>
              </a:rPr>
              <a:t>1981(instrumentos clave)</a:t>
            </a:r>
          </a:p>
          <a:p>
            <a:pPr marL="285750" indent="-285750">
              <a:buFont typeface="Arial" panose="020B0604020202020204" pitchFamily="34" charset="0"/>
              <a:buChar char="•"/>
            </a:pPr>
            <a:r>
              <a:rPr lang="es-VE" sz="2400" dirty="0" smtClean="0">
                <a:latin typeface="Arial Black" panose="020B0A04020102020204" pitchFamily="34" charset="0"/>
              </a:rPr>
              <a:t>1986(popularización)</a:t>
            </a:r>
          </a:p>
          <a:p>
            <a:pPr marL="285750" indent="-285750">
              <a:buFont typeface="Arial" panose="020B0604020202020204" pitchFamily="34" charset="0"/>
              <a:buChar char="•"/>
            </a:pPr>
            <a:r>
              <a:rPr lang="es-VE" sz="2400" dirty="0" smtClean="0">
                <a:latin typeface="Arial Black" panose="020B0A04020102020204" pitchFamily="34" charset="0"/>
              </a:rPr>
              <a:t>1985-1991(</a:t>
            </a:r>
            <a:r>
              <a:rPr lang="es-VE" sz="2400" dirty="0" err="1" smtClean="0">
                <a:latin typeface="Arial Black" panose="020B0A04020102020204" pitchFamily="34" charset="0"/>
              </a:rPr>
              <a:t>nanomateriales</a:t>
            </a:r>
            <a:r>
              <a:rPr lang="es-VE" sz="2400" dirty="0">
                <a:latin typeface="Arial Black" panose="020B0A04020102020204" pitchFamily="34" charset="0"/>
              </a:rPr>
              <a:t>)</a:t>
            </a:r>
            <a:endParaRPr lang="en-US" sz="2400" dirty="0">
              <a:latin typeface="Arial Black" panose="020B0A04020102020204" pitchFamily="34" charset="0"/>
            </a:endParaRPr>
          </a:p>
        </p:txBody>
      </p:sp>
    </p:spTree>
    <p:extLst>
      <p:ext uri="{BB962C8B-B14F-4D97-AF65-F5344CB8AC3E}">
        <p14:creationId xmlns:p14="http://schemas.microsoft.com/office/powerpoint/2010/main" val="1200273535"/>
      </p:ext>
    </p:extLst>
  </p:cSld>
  <p:clrMapOvr>
    <a:masterClrMapping/>
  </p:clrMapOvr>
  <p:transition spd="med">
    <p:pull/>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3858936" cy="6858000"/>
          </a:xfrm>
          <a:prstGeom prst="rect">
            <a:avLst/>
          </a:prstGeom>
        </p:spPr>
      </p:pic>
      <p:pic>
        <p:nvPicPr>
          <p:cNvPr id="5" name="Imagen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58936" y="-1"/>
            <a:ext cx="8333064" cy="6858001"/>
          </a:xfrm>
          <a:prstGeom prst="rect">
            <a:avLst/>
          </a:prstGeom>
        </p:spPr>
      </p:pic>
      <p:sp>
        <p:nvSpPr>
          <p:cNvPr id="2" name="Título 1"/>
          <p:cNvSpPr>
            <a:spLocks noGrp="1"/>
          </p:cNvSpPr>
          <p:nvPr>
            <p:ph type="title"/>
          </p:nvPr>
        </p:nvSpPr>
        <p:spPr/>
        <p:txBody>
          <a:bodyPr/>
          <a:lstStyle/>
          <a:p>
            <a:pPr algn="ctr"/>
            <a:r>
              <a:rPr lang="es-VE" sz="7200" dirty="0" smtClean="0">
                <a:latin typeface="Bodoni MT Poster Compressed" panose="02070706080601050204" pitchFamily="18" charset="0"/>
              </a:rPr>
              <a:t>Dato histórico</a:t>
            </a:r>
            <a:r>
              <a:rPr lang="es-VE" dirty="0" smtClean="0"/>
              <a:t>:</a:t>
            </a:r>
            <a:endParaRPr lang="en-US" dirty="0"/>
          </a:p>
        </p:txBody>
      </p:sp>
      <p:sp>
        <p:nvSpPr>
          <p:cNvPr id="3" name="CuadroTexto 2"/>
          <p:cNvSpPr txBox="1"/>
          <p:nvPr/>
        </p:nvSpPr>
        <p:spPr>
          <a:xfrm>
            <a:off x="838200" y="2847703"/>
            <a:ext cx="10720251" cy="1938992"/>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s-VE" sz="4000" dirty="0" smtClean="0">
                <a:latin typeface="Bahnschrift SemiBold Condensed" panose="020B0502040204020203" pitchFamily="34" charset="0"/>
              </a:rPr>
              <a:t>Aunque la ciencia es moderna, el uso de nano partículas se remonta al siglo V D.C con la copa de lieurgo roma, que utilizaba nano partículas de oro y plata para cambiar de color </a:t>
            </a:r>
            <a:endParaRPr lang="en-US" sz="4000" dirty="0">
              <a:latin typeface="Bahnschrift SemiBold Condensed" panose="020B0502040204020203" pitchFamily="34" charset="0"/>
            </a:endParaRPr>
          </a:p>
        </p:txBody>
      </p:sp>
    </p:spTree>
    <p:extLst>
      <p:ext uri="{BB962C8B-B14F-4D97-AF65-F5344CB8AC3E}">
        <p14:creationId xmlns:p14="http://schemas.microsoft.com/office/powerpoint/2010/main" val="2353237497"/>
      </p:ext>
    </p:extLst>
  </p:cSld>
  <p:clrMapOvr>
    <a:masterClrMapping/>
  </p:clrMapOvr>
  <p:transition spd="med">
    <p:pull/>
  </p:transition>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TotalTime>
  <Words>274</Words>
  <Application>Microsoft Office PowerPoint</Application>
  <PresentationFormat>Panorámica</PresentationFormat>
  <Paragraphs>30</Paragraphs>
  <Slides>6</Slides>
  <Notes>0</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6</vt:i4>
      </vt:variant>
    </vt:vector>
  </HeadingPairs>
  <TitlesOfParts>
    <vt:vector size="16" baseType="lpstr">
      <vt:lpstr>Agency FB</vt:lpstr>
      <vt:lpstr>Arial</vt:lpstr>
      <vt:lpstr>Arial Black</vt:lpstr>
      <vt:lpstr>Bahnschrift SemiBold Condensed</vt:lpstr>
      <vt:lpstr>Bauhaus 93</vt:lpstr>
      <vt:lpstr>Blackadder ITC</vt:lpstr>
      <vt:lpstr>Bodoni MT Poster Compressed</vt:lpstr>
      <vt:lpstr>Calibri</vt:lpstr>
      <vt:lpstr>Calibri Light</vt:lpstr>
      <vt:lpstr>Tema de Office</vt:lpstr>
      <vt:lpstr>Presentación de PowerPoint</vt:lpstr>
      <vt:lpstr>¿QUE ES LA NANOTECNOLOGIA?</vt:lpstr>
      <vt:lpstr>Aplicaciones clave </vt:lpstr>
      <vt:lpstr>Tipos:</vt:lpstr>
      <vt:lpstr>Origen:</vt:lpstr>
      <vt:lpstr>Dato histórico: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EQUIP-0110</dc:creator>
  <cp:lastModifiedBy>EQUIP-0110</cp:lastModifiedBy>
  <cp:revision>8</cp:revision>
  <dcterms:created xsi:type="dcterms:W3CDTF">2026-03-02T16:03:04Z</dcterms:created>
  <dcterms:modified xsi:type="dcterms:W3CDTF">2026-03-02T17:00:37Z</dcterms:modified>
</cp:coreProperties>
</file>